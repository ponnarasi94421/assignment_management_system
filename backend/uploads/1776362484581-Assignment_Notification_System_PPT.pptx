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ark Blue Powerpoint Background">
            <a:extLst>
              <a:ext uri="{FF2B5EF4-FFF2-40B4-BE49-F238E27FC236}">
                <a16:creationId xmlns:a16="http://schemas.microsoft.com/office/drawing/2014/main" id="{9B1AC37F-66CF-291F-427A-9E2F91399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690" y="2325329"/>
            <a:ext cx="8229600" cy="1457632"/>
          </a:xfrm>
        </p:spPr>
        <p:txBody>
          <a:bodyPr/>
          <a:lstStyle/>
          <a:p>
            <a:pPr marL="0" indent="0" algn="ctr">
              <a:buNone/>
            </a:pPr>
            <a:r>
              <a:rPr b="1" i="1" dirty="0">
                <a:solidFill>
                  <a:schemeClr val="bg1"/>
                </a:solidFill>
              </a:rPr>
              <a:t>Students Avoid Missed Submissions Through Organized Assignment Notifications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ark Blue Powerpoint Background">
            <a:extLst>
              <a:ext uri="{FF2B5EF4-FFF2-40B4-BE49-F238E27FC236}">
                <a16:creationId xmlns:a16="http://schemas.microsoft.com/office/drawing/2014/main" id="{7E3B4C90-0317-0E33-5FB0-07CD9EA1F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3948" y="1692276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</a:rPr>
              <a:t> Assignments are important in academic learning</a:t>
            </a:r>
          </a:p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</a:rPr>
              <a:t> Students often miss deadlines due to lack of reminders</a:t>
            </a:r>
          </a:p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</a:rPr>
              <a:t> Staff posting in different places causes confusion</a:t>
            </a:r>
          </a:p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</a:rPr>
              <a:t>Centralized assignment notification system is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ark Blue Powerpoint Background">
            <a:extLst>
              <a:ext uri="{FF2B5EF4-FFF2-40B4-BE49-F238E27FC236}">
                <a16:creationId xmlns:a16="http://schemas.microsoft.com/office/drawing/2014/main" id="{37D271C0-E806-4A87-9655-01D84C1C7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7471" y="1872379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</a:rPr>
              <a:t>Students face difficulty in tracking assignments posted by multiple staff members.</a:t>
            </a:r>
          </a:p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</a:rPr>
              <a:t>Missed deadlines and lack of centralized updates lead to incomplete submissions.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ark Blue Powerpoint Background">
            <a:extLst>
              <a:ext uri="{FF2B5EF4-FFF2-40B4-BE49-F238E27FC236}">
                <a16:creationId xmlns:a16="http://schemas.microsoft.com/office/drawing/2014/main" id="{B7563154-0DFA-FB11-51F2-F0D07D1DB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chemeClr val="bg1"/>
                </a:solidFill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961" y="1444677"/>
            <a:ext cx="8028039" cy="2832355"/>
          </a:xfrm>
        </p:spPr>
        <p:txBody>
          <a:bodyPr>
            <a:noAutofit/>
          </a:bodyPr>
          <a:lstStyle/>
          <a:p>
            <a:r>
              <a:rPr sz="2800" dirty="0">
                <a:solidFill>
                  <a:schemeClr val="bg1"/>
                </a:solidFill>
              </a:rPr>
              <a:t>Assignments informed through WhatsApp / Notice board</a:t>
            </a:r>
          </a:p>
          <a:p>
            <a:r>
              <a:rPr sz="2800" dirty="0">
                <a:solidFill>
                  <a:schemeClr val="bg1"/>
                </a:solidFill>
              </a:rPr>
              <a:t>Google Classroom not fully centralized department-wise</a:t>
            </a:r>
          </a:p>
          <a:p>
            <a:r>
              <a:rPr sz="2800" dirty="0">
                <a:solidFill>
                  <a:schemeClr val="bg1"/>
                </a:solidFill>
              </a:rPr>
              <a:t>Notifications may be ignored or missed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84CFB1-F692-E0B6-346C-5AEFA005B91E}"/>
              </a:ext>
            </a:extLst>
          </p:cNvPr>
          <p:cNvSpPr txBox="1"/>
          <p:nvPr/>
        </p:nvSpPr>
        <p:spPr>
          <a:xfrm>
            <a:off x="2015612" y="4875018"/>
            <a:ext cx="74479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No overdue tracking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No organized dashboard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Manual reminders required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3B277-F8A4-20CE-46AD-2AF274DD7C4C}"/>
              </a:ext>
            </a:extLst>
          </p:cNvPr>
          <p:cNvSpPr txBox="1"/>
          <p:nvPr/>
        </p:nvSpPr>
        <p:spPr>
          <a:xfrm>
            <a:off x="1238864" y="4298843"/>
            <a:ext cx="46064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Limitations: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ark Blue Powerpoint Background">
            <a:extLst>
              <a:ext uri="{FF2B5EF4-FFF2-40B4-BE49-F238E27FC236}">
                <a16:creationId xmlns:a16="http://schemas.microsoft.com/office/drawing/2014/main" id="{DC1C2779-19FB-8E0A-5504-31EB149F4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chemeClr val="bg1"/>
                </a:solidFill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8579" y="1954162"/>
            <a:ext cx="8480323" cy="255884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</a:rPr>
              <a:t>Centralized assignment posting platform</a:t>
            </a:r>
          </a:p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</a:rPr>
              <a:t>Department + Year + Subject-wise organization</a:t>
            </a:r>
          </a:p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</a:rPr>
              <a:t>Student dashboard for easy tracking</a:t>
            </a:r>
          </a:p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</a:rPr>
              <a:t>Notifications and sound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Dark Blue Powerpoint Background">
            <a:extLst>
              <a:ext uri="{FF2B5EF4-FFF2-40B4-BE49-F238E27FC236}">
                <a16:creationId xmlns:a16="http://schemas.microsoft.com/office/drawing/2014/main" id="{36259AC2-6D56-71F6-8FF8-788B6F074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914506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chemeClr val="bg1"/>
                </a:solidFill>
              </a:rPr>
              <a:t>Key Features (Novelty)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8413" y="1688490"/>
            <a:ext cx="82296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1. Multiple staff can upload assignments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2. Central dashboard for students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3. Due date monitoring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4. Overdue highlighting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5. Submission status marking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6. Optional sound-based alert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ark Blue Powerpoint Background">
            <a:extLst>
              <a:ext uri="{FF2B5EF4-FFF2-40B4-BE49-F238E27FC236}">
                <a16:creationId xmlns:a16="http://schemas.microsoft.com/office/drawing/2014/main" id="{4167F745-A644-A263-FC13-340311296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chemeClr val="bg1"/>
                </a:solidFill>
              </a:rP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2439" y="1708816"/>
            <a:ext cx="82296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1. Staff login and post assignment with due date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2. Assignment stored in dashboard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3. Students receive notification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4. Students view and mark submission status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5. System tracks due date and shows overdue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Dark Blue Powerpoint Background">
            <a:extLst>
              <a:ext uri="{FF2B5EF4-FFF2-40B4-BE49-F238E27FC236}">
                <a16:creationId xmlns:a16="http://schemas.microsoft.com/office/drawing/2014/main" id="{AE42C539-A545-9067-B63C-2CF612142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chemeClr val="bg1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229600" cy="4525963"/>
          </a:xfrm>
        </p:spPr>
        <p:txBody>
          <a:bodyPr>
            <a:normAutofit/>
          </a:bodyPr>
          <a:lstStyle/>
          <a:p>
            <a:r>
              <a:rPr sz="2800" dirty="0">
                <a:solidFill>
                  <a:schemeClr val="bg1"/>
                </a:solidFill>
              </a:rPr>
              <a:t>Frontend: React / React Native</a:t>
            </a:r>
          </a:p>
          <a:p>
            <a:r>
              <a:rPr sz="2800" dirty="0">
                <a:solidFill>
                  <a:schemeClr val="bg1"/>
                </a:solidFill>
              </a:rPr>
              <a:t>Backend: Node.js + Express</a:t>
            </a:r>
          </a:p>
          <a:p>
            <a:r>
              <a:rPr sz="2800" dirty="0">
                <a:solidFill>
                  <a:schemeClr val="bg1"/>
                </a:solidFill>
              </a:rPr>
              <a:t>Database: MongoDB</a:t>
            </a:r>
          </a:p>
          <a:p>
            <a:endParaRPr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sz="2800" dirty="0">
                <a:solidFill>
                  <a:schemeClr val="bg1"/>
                </a:solidFill>
              </a:rPr>
              <a:t>Modules: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7889FF-016E-C869-BC9C-2F5B20DF2BE4}"/>
              </a:ext>
            </a:extLst>
          </p:cNvPr>
          <p:cNvSpPr txBox="1"/>
          <p:nvPr/>
        </p:nvSpPr>
        <p:spPr>
          <a:xfrm>
            <a:off x="1578077" y="4354788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Staff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Student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Alert &amp; Dashboard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Dark Blue Powerpoint Background">
            <a:extLst>
              <a:ext uri="{FF2B5EF4-FFF2-40B4-BE49-F238E27FC236}">
                <a16:creationId xmlns:a16="http://schemas.microsoft.com/office/drawing/2014/main" id="{EC02F753-5E62-55E7-DC93-C955E3C9D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"/>
            <a:ext cx="9144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chemeClr val="bg1"/>
                </a:solidFill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090" y="1692278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</a:rPr>
              <a:t>Prevents missed submissions</a:t>
            </a:r>
          </a:p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</a:rPr>
              <a:t>Reduces staff workload</a:t>
            </a:r>
          </a:p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</a:rPr>
              <a:t>Organized tracking</a:t>
            </a:r>
          </a:p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</a:rPr>
              <a:t>Improves student time management</a:t>
            </a:r>
          </a:p>
          <a:p>
            <a:pPr>
              <a:lnSpc>
                <a:spcPct val="150000"/>
              </a:lnSpc>
            </a:pPr>
            <a:r>
              <a:rPr sz="2800" dirty="0">
                <a:solidFill>
                  <a:schemeClr val="bg1"/>
                </a:solidFill>
              </a:rPr>
              <a:t>Centralized communication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Dark Blue Powerpoint Background">
            <a:extLst>
              <a:ext uri="{FF2B5EF4-FFF2-40B4-BE49-F238E27FC236}">
                <a16:creationId xmlns:a16="http://schemas.microsoft.com/office/drawing/2014/main" id="{CD55B4BE-E768-8D38-7117-D7AFD2E70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9144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chemeClr val="bg1"/>
                </a:solidFill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5123" y="170948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solidFill>
                  <a:schemeClr val="bg1"/>
                </a:solidFill>
              </a:rPr>
              <a:t>Conclusion:</a:t>
            </a:r>
          </a:p>
          <a:p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9ADDB2-1C51-D27D-3AB3-0CB5C12E26AF}"/>
              </a:ext>
            </a:extLst>
          </p:cNvPr>
          <p:cNvSpPr txBox="1"/>
          <p:nvPr/>
        </p:nvSpPr>
        <p:spPr>
          <a:xfrm>
            <a:off x="1846006" y="4306981"/>
            <a:ext cx="47342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File upload for submissions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Integration with college ERP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Parent notification support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3599B-E4F8-0B50-533C-4616BA358A32}"/>
              </a:ext>
            </a:extLst>
          </p:cNvPr>
          <p:cNvSpPr txBox="1"/>
          <p:nvPr/>
        </p:nvSpPr>
        <p:spPr>
          <a:xfrm>
            <a:off x="1846006" y="2312543"/>
            <a:ext cx="72979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System helps students stay updated through dashboards and alerts.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97CB33-F9DE-E5FE-8207-4B306644F5A7}"/>
              </a:ext>
            </a:extLst>
          </p:cNvPr>
          <p:cNvSpPr txBox="1"/>
          <p:nvPr/>
        </p:nvSpPr>
        <p:spPr>
          <a:xfrm>
            <a:off x="1165123" y="3501901"/>
            <a:ext cx="46998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800" dirty="0">
                <a:solidFill>
                  <a:schemeClr val="bg1"/>
                </a:solidFill>
              </a:rPr>
              <a:t>Future Enhancements: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Dark Blue Powerpoint Background">
            <a:extLst>
              <a:ext uri="{FF2B5EF4-FFF2-40B4-BE49-F238E27FC236}">
                <a16:creationId xmlns:a16="http://schemas.microsoft.com/office/drawing/2014/main" id="{885FB619-211C-A7AE-4AA2-95C37D102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499"/>
            <a:ext cx="8229600" cy="1143000"/>
          </a:xfrm>
        </p:spPr>
        <p:txBody>
          <a:bodyPr/>
          <a:lstStyle/>
          <a:p>
            <a:r>
              <a:rPr i="1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273</Words>
  <Application>Microsoft Office PowerPoint</Application>
  <PresentationFormat>On-screen Show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Introduction</vt:lpstr>
      <vt:lpstr>Problem Statement</vt:lpstr>
      <vt:lpstr>Existing System</vt:lpstr>
      <vt:lpstr>Proposed System</vt:lpstr>
      <vt:lpstr>Key Features (Novelty)</vt:lpstr>
      <vt:lpstr>Workflow</vt:lpstr>
      <vt:lpstr>System Architecture</vt:lpstr>
      <vt:lpstr>Advantages</vt:lpstr>
      <vt:lpstr>Conclusion &amp; 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Ponn arasi</cp:lastModifiedBy>
  <cp:revision>2</cp:revision>
  <dcterms:created xsi:type="dcterms:W3CDTF">2013-01-27T09:14:16Z</dcterms:created>
  <dcterms:modified xsi:type="dcterms:W3CDTF">2026-02-12T14:11:28Z</dcterms:modified>
  <cp:category/>
</cp:coreProperties>
</file>
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1874BE18-8475-3262-6B53-2D43EE4C0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651" y="2211929"/>
            <a:ext cx="6400800" cy="175260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bg1"/>
                </a:solidFill>
              </a:rPr>
              <a:t>Cloud &amp; Software Evolution – Emerging Trends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56AAC-1A45-D252-77E8-20227CA1CBD0}"/>
              </a:ext>
            </a:extLst>
          </p:cNvPr>
          <p:cNvSpPr txBox="1"/>
          <p:nvPr/>
        </p:nvSpPr>
        <p:spPr>
          <a:xfrm>
            <a:off x="4862051" y="6171542"/>
            <a:ext cx="4650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Presented by:  </a:t>
            </a:r>
            <a:r>
              <a:rPr lang="en-IN" sz="2800" dirty="0" err="1">
                <a:solidFill>
                  <a:schemeClr val="bg1"/>
                </a:solidFill>
              </a:rPr>
              <a:t>A.Ponnarasi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CAA6BADE-349D-5364-4380-6CD84897C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918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1536" y="1874837"/>
            <a:ext cx="7103806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Cloud computing is transforming the IT world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Software delivery is shifting from offline to online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Emerging trends are shaping the future of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A7845501-2104-0E75-F228-21D04AAC1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065" y="2057399"/>
            <a:ext cx="755609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Cloud = Using internet to access servers, storage, applications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No need for physical installation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Examples: Google Drive, AWS, Microsoft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15CCF211-1877-A8EB-AB74-02E1215B6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Software Evolution (Old vs New)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2542" y="1692276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dirty="0">
                <a:solidFill>
                  <a:schemeClr val="bg1"/>
                </a:solidFill>
              </a:rPr>
              <a:t>Old Software: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dirty="0">
                <a:solidFill>
                  <a:schemeClr val="bg1"/>
                </a:solidFill>
              </a:rPr>
              <a:t>• Installed manually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dirty="0">
                <a:solidFill>
                  <a:schemeClr val="bg1"/>
                </a:solidFill>
              </a:rPr>
              <a:t>• Works on one device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dirty="0">
                <a:solidFill>
                  <a:schemeClr val="bg1"/>
                </a:solidFill>
              </a:rPr>
              <a:t>• Updates are difficult</a:t>
            </a:r>
          </a:p>
          <a:p>
            <a:pPr>
              <a:lnSpc>
                <a:spcPct val="120000"/>
              </a:lnSpc>
            </a:pPr>
            <a:endParaRPr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dirty="0">
                <a:solidFill>
                  <a:schemeClr val="bg1"/>
                </a:solidFill>
              </a:rPr>
              <a:t>New Software: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• SaaS (Software as a Service)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• Accessible anywhere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• Auto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2062D85C-D816-7DCB-8094-09C30EA58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Hybrid &amp; Multi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336" y="205739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Companies use multiple cloud providers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Benefits: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</a:t>
            </a:r>
            <a:r>
              <a:rPr dirty="0">
                <a:solidFill>
                  <a:schemeClr val="bg1"/>
                </a:solidFill>
              </a:rPr>
              <a:t>  - Flexibility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- Cost optimization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- Avoid vendor lock-in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D7BAC9A3-6D62-1066-82A9-177E0863D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AI +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265" y="206477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AI workloads need powerful cloud infrastructure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Used in: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dirty="0">
                <a:solidFill>
                  <a:schemeClr val="bg1"/>
                </a:solidFill>
              </a:rPr>
              <a:t>- Chatbots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dirty="0">
                <a:solidFill>
                  <a:schemeClr val="bg1"/>
                </a:solidFill>
              </a:rPr>
              <a:t>- Face recognition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dirty="0">
                <a:solidFill>
                  <a:schemeClr val="bg1"/>
                </a:solidFill>
              </a:rPr>
              <a:t>- Recommendation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C0845CB8-1577-1050-D3C8-DE91AD511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522" y="599103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Low-Code / No-Code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4220" y="2525559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App development without deep coding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Drag &amp; drop platforms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Saves time and increases productivity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98435F4A-21B0-86DD-413E-12789703D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519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Microservices &amp;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7743" y="2332037"/>
            <a:ext cx="7546257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Large applications split into smaller services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Tools: Docker, Kubernetes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Faster deployment and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E33D60CE-23F5-8D5C-7128-A7E27D396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0884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Cloud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4051" y="25047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Zero Trust model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AI-based threat detection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Strong data protection is essential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53A10B95-EE70-85DA-D679-BD7D53B08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439" y="628600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Real-Time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1536" y="2213385"/>
            <a:ext cx="6631857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• </a:t>
            </a:r>
            <a:r>
              <a:rPr sz="2800" b="1" dirty="0">
                <a:solidFill>
                  <a:schemeClr val="bg1"/>
                </a:solidFill>
              </a:rPr>
              <a:t>Education: </a:t>
            </a:r>
            <a:r>
              <a:rPr sz="2800" dirty="0">
                <a:solidFill>
                  <a:schemeClr val="bg1"/>
                </a:solidFill>
              </a:rPr>
              <a:t>Online portals, smart </a:t>
            </a:r>
            <a:r>
              <a:rPr lang="en-US" sz="2800" dirty="0">
                <a:solidFill>
                  <a:schemeClr val="bg1"/>
                </a:solidFill>
              </a:rPr>
              <a:t>  </a:t>
            </a:r>
            <a:r>
              <a:rPr sz="2800" dirty="0">
                <a:solidFill>
                  <a:schemeClr val="bg1"/>
                </a:solidFill>
              </a:rPr>
              <a:t>attendance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• </a:t>
            </a:r>
            <a:r>
              <a:rPr sz="2800" b="1" dirty="0">
                <a:solidFill>
                  <a:schemeClr val="bg1"/>
                </a:solidFill>
              </a:rPr>
              <a:t>Business: </a:t>
            </a:r>
            <a:r>
              <a:rPr sz="2800" dirty="0">
                <a:solidFill>
                  <a:schemeClr val="bg1"/>
                </a:solidFill>
              </a:rPr>
              <a:t>Work-from-anywhere systems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• </a:t>
            </a:r>
            <a:r>
              <a:rPr sz="2800" b="1" dirty="0">
                <a:solidFill>
                  <a:schemeClr val="bg1"/>
                </a:solidFill>
              </a:rPr>
              <a:t>Startups: </a:t>
            </a:r>
            <a:r>
              <a:rPr sz="2800" dirty="0">
                <a:solidFill>
                  <a:schemeClr val="bg1"/>
                </a:solidFill>
              </a:rPr>
              <a:t>Low-cost scalable </a:t>
            </a:r>
            <a:r>
              <a:rPr lang="en-US" sz="2800" dirty="0">
                <a:solidFill>
                  <a:schemeClr val="bg1"/>
                </a:solidFill>
              </a:rPr>
              <a:t>  </a:t>
            </a:r>
            <a:r>
              <a:rPr sz="2800" dirty="0">
                <a:solidFill>
                  <a:schemeClr val="bg1"/>
                </a:solidFill>
              </a:rPr>
              <a:t>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E8A5DE58-465C-3E05-8F95-C9463F7A3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1954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5561" y="217226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• Cloud + AI will dominate future IT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• High demand for: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         - </a:t>
            </a:r>
            <a:r>
              <a:rPr dirty="0">
                <a:solidFill>
                  <a:schemeClr val="bg1"/>
                </a:solidFill>
              </a:rPr>
              <a:t>Cloud Engineers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</a:t>
            </a:r>
            <a:r>
              <a:rPr dirty="0">
                <a:solidFill>
                  <a:schemeClr val="bg1"/>
                </a:solidFill>
              </a:rPr>
              <a:t>- DevOps Professionals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</a:t>
            </a:r>
            <a:r>
              <a:rPr dirty="0">
                <a:solidFill>
                  <a:schemeClr val="bg1"/>
                </a:solidFill>
              </a:rPr>
              <a:t>- Full Stack Developers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EB5B9E47-94D5-5C2B-AE05-287582DFE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335" y="191170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Cloud and software evolution makes systems faster, smarter, secure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Emerging trends are shaping tomorrow’s digital world</a:t>
            </a:r>
          </a:p>
          <a:p>
            <a:endParaRPr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                   </a:t>
            </a:r>
            <a:r>
              <a:rPr dirty="0">
                <a:solidFill>
                  <a:schemeClr val="bg1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301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Introduction</vt:lpstr>
      <vt:lpstr>What is Cloud Computing?</vt:lpstr>
      <vt:lpstr>Software Evolution (Old vs New)</vt:lpstr>
      <vt:lpstr>Hybrid &amp; Multi Cloud</vt:lpstr>
      <vt:lpstr>AI + Cloud</vt:lpstr>
      <vt:lpstr>Low-Code / No-Code</vt:lpstr>
      <vt:lpstr>Microservices &amp; Containers</vt:lpstr>
      <vt:lpstr>Cloud Security</vt:lpstr>
      <vt:lpstr>Real-Time Applications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Ponn arasi</cp:lastModifiedBy>
  <cp:revision>2</cp:revision>
  <dcterms:created xsi:type="dcterms:W3CDTF">2013-01-27T09:14:16Z</dcterms:created>
  <dcterms:modified xsi:type="dcterms:W3CDTF">2026-02-08T16:35:55Z</dcterms:modified>
  <cp:category/>
</cp:coreProperties>
</file>
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C1BD6-0771-487D-B519-2ADE39C3A229}" v="3" dt="2026-03-27T16:53:13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 arasi" userId="e61721881f1d6ace" providerId="LiveId" clId="{728DDA36-F453-4441-8EB8-827EFAACBB58}"/>
    <pc:docChg chg="modSld">
      <pc:chgData name="Ponn arasi" userId="e61721881f1d6ace" providerId="LiveId" clId="{728DDA36-F453-4441-8EB8-827EFAACBB58}" dt="2026-03-28T04:49:29.780" v="0" actId="1440"/>
      <pc:docMkLst>
        <pc:docMk/>
      </pc:docMkLst>
      <pc:sldChg chg="modSp mod">
        <pc:chgData name="Ponn arasi" userId="e61721881f1d6ace" providerId="LiveId" clId="{728DDA36-F453-4441-8EB8-827EFAACBB58}" dt="2026-03-28T04:49:29.780" v="0" actId="1440"/>
        <pc:sldMkLst>
          <pc:docMk/>
          <pc:sldMk cId="976487958" sldId="261"/>
        </pc:sldMkLst>
        <pc:picChg chg="mod">
          <ac:chgData name="Ponn arasi" userId="e61721881f1d6ace" providerId="LiveId" clId="{728DDA36-F453-4441-8EB8-827EFAACBB58}" dt="2026-03-28T04:49:29.780" v="0" actId="1440"/>
          <ac:picMkLst>
            <pc:docMk/>
            <pc:sldMk cId="976487958" sldId="261"/>
            <ac:picMk id="4" creationId="{A15E845B-F59C-5A4A-C808-CA2F221CE3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DB7B-4656-D9CC-46A4-2293B936E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946" y="-487216"/>
            <a:ext cx="11276108" cy="3104187"/>
          </a:xfrm>
        </p:spPr>
        <p:txBody>
          <a:bodyPr/>
          <a:lstStyle/>
          <a:p>
            <a:r>
              <a:rPr lang="en-IN" dirty="0">
                <a:latin typeface="Algerian" panose="02000000000000000000" pitchFamily="2" charset="0"/>
                <a:ea typeface="Algerian" panose="02000000000000000000" pitchFamily="2" charset="0"/>
              </a:rPr>
              <a:t>Mobile IP &amp; TCP Performance Improvement</a:t>
            </a:r>
            <a:endParaRPr lang="en-US" dirty="0">
              <a:latin typeface="Algerian" panose="02000000000000000000" pitchFamily="2" charset="0"/>
              <a:ea typeface="Algerian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47C23-AD7E-0DD1-8EDE-6D87038E64DB}"/>
              </a:ext>
            </a:extLst>
          </p:cNvPr>
          <p:cNvSpPr txBox="1"/>
          <p:nvPr/>
        </p:nvSpPr>
        <p:spPr>
          <a:xfrm>
            <a:off x="5345692" y="3311013"/>
            <a:ext cx="776487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By:</a:t>
            </a:r>
          </a:p>
          <a:p>
            <a:pPr algn="l"/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Batch – 5</a:t>
            </a:r>
          </a:p>
          <a:p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  <a:r>
              <a:rPr lang="en-IN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R.Dharnish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(71052307009)</a:t>
            </a:r>
          </a:p>
          <a:p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  <a:r>
              <a:rPr lang="en-IN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A.Mohamed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Wasim (71052307023)</a:t>
            </a:r>
          </a:p>
          <a:p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  <a:r>
              <a:rPr lang="en-IN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P.Nithya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(71052307029)</a:t>
            </a:r>
          </a:p>
          <a:p>
            <a:pPr algn="l"/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  <a:r>
              <a:rPr lang="en-IN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A.Ponnarasi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(71052307031)</a:t>
            </a:r>
          </a:p>
          <a:p>
            <a:pPr algn="l"/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</a:p>
          <a:p>
            <a:pPr algn="l"/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l"/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l"/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l"/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l"/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l"/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l"/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8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2385-BE86-3B09-4596-BD760AFF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lgerian" pitchFamily="82" charset="0"/>
              </a:rPr>
              <a:t>Introduction</a:t>
            </a:r>
            <a:endParaRPr lang="en-US" sz="4000" b="1" dirty="0">
              <a:latin typeface="Algerian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53EBC-136F-275C-B6EF-967AADD486F4}"/>
              </a:ext>
            </a:extLst>
          </p:cNvPr>
          <p:cNvSpPr txBox="1"/>
          <p:nvPr/>
        </p:nvSpPr>
        <p:spPr>
          <a:xfrm>
            <a:off x="1597121" y="2205628"/>
            <a:ext cx="97174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
Mobile communication systems require efficient data routing and reliable transmission.
Mobile IP enables devices to move across networks without losing connectivity, while TCP ensures reliable data transfer.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66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1244-C4DB-A2C5-3453-B8C82CBF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lgerian" pitchFamily="82" charset="0"/>
              </a:rPr>
              <a:t>Key Components of mobile </a:t>
            </a:r>
            <a:r>
              <a:rPr lang="en-IN" sz="4000" b="1" dirty="0" err="1">
                <a:latin typeface="Algerian" pitchFamily="82" charset="0"/>
              </a:rPr>
              <a:t>ip</a:t>
            </a:r>
            <a:endParaRPr lang="en-US" sz="4000" b="1" dirty="0">
              <a:latin typeface="Algerian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0DDE2-FFAB-9A9F-CAA6-5EDBB7E5ED40}"/>
              </a:ext>
            </a:extLst>
          </p:cNvPr>
          <p:cNvSpPr txBox="1"/>
          <p:nvPr/>
        </p:nvSpPr>
        <p:spPr>
          <a:xfrm>
            <a:off x="2176653" y="2239819"/>
            <a:ext cx="84474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Node (MN): User device
Home Agent (HA): Tracks mobile node location
Foreign Agent (FA): Provides temporary address
Care-of Address (CoA): Temporary IP address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54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4E67-62F4-4162-826A-BFC70580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322" y="81588"/>
            <a:ext cx="9905998" cy="143009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lgerian" pitchFamily="82" charset="0"/>
              </a:rPr>
              <a:t>Working of mobile </a:t>
            </a:r>
            <a:r>
              <a:rPr lang="en-IN" sz="4000" dirty="0" err="1">
                <a:latin typeface="Algerian" pitchFamily="82" charset="0"/>
              </a:rPr>
              <a:t>ip</a:t>
            </a:r>
            <a:endParaRPr lang="en-US" sz="4000" dirty="0">
              <a:latin typeface="Algerian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056AC-5B27-2219-3A75-8E43A1CD2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670" y="1893454"/>
            <a:ext cx="5561651" cy="41679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D68C5-47EB-8D0A-D517-37B7A9A2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13" y="2433588"/>
            <a:ext cx="5561651" cy="3087639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Working of Mobile IP
Mobile node moves to a new network
Gets a Care-of Address
Registers with Home Agent
Data is </a:t>
            </a:r>
            <a:r>
              <a:rPr lang="en-IN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tunneled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from HA to FA
Data delivered to Mobile Node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87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07CE-93D2-9CDF-4E8C-621AA42C6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lgerian" pitchFamily="82" charset="0"/>
              </a:rPr>
              <a:t>Advantages of Mobile IP
</a:t>
            </a:r>
            <a:endParaRPr lang="en-US" sz="4000" dirty="0">
              <a:latin typeface="Algerian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02807-DA47-FD32-C396-55F66D15C19D}"/>
              </a:ext>
            </a:extLst>
          </p:cNvPr>
          <p:cNvSpPr txBox="1"/>
          <p:nvPr/>
        </p:nvSpPr>
        <p:spPr>
          <a:xfrm>
            <a:off x="2597726" y="2383752"/>
            <a:ext cx="59843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Seamless mobility
Continuous connectivity
Transparent to users
Supports roaming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04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38FD-1360-9723-4CE9-A3890EBFF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58030"/>
            <a:ext cx="8584380" cy="184111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lgerian" pitchFamily="82" charset="0"/>
              </a:rPr>
              <a:t>TCP Overview
</a:t>
            </a:r>
            <a:endParaRPr lang="en-US" sz="4000" b="1" dirty="0">
              <a:latin typeface="Algerian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A3D9B-8F6B-FCF8-A0C1-9BB6FDE2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799" y="1614580"/>
            <a:ext cx="5249201" cy="3628839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Transmission Control Protocol (TCP) ensures reliable data transmission over networks.
It provides:
Error detection
Flow control
Congestion control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E845B-F59C-5A4A-C808-CA2F221CE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87" y="2006863"/>
            <a:ext cx="6206212" cy="362883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97648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6772-EC1E-F76F-3B36-06F70385C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686" y="167024"/>
            <a:ext cx="9905998" cy="1905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lgerian" pitchFamily="82" charset="0"/>
              </a:rPr>
              <a:t>TCP Performance Improvement Techniques</a:t>
            </a:r>
            <a:endParaRPr lang="en-US" sz="4000" b="1" dirty="0">
              <a:latin typeface="Algerian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14921-ACD5-1EC6-678C-40385EAF4C3B}"/>
              </a:ext>
            </a:extLst>
          </p:cNvPr>
          <p:cNvSpPr txBox="1"/>
          <p:nvPr/>
        </p:nvSpPr>
        <p:spPr>
          <a:xfrm>
            <a:off x="448686" y="1935401"/>
            <a:ext cx="54695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TCP Reno / New Reno
Selective Acknowledgement (SACK)
Fast Retransmit &amp; Recovery
Window Scaling
Explicit Congestion Notification (ECN)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2E240-D593-5C20-1650-0F2DD0E23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88" y="1497423"/>
            <a:ext cx="6098984" cy="42641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9078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0D52-030D-57F0-FA3D-808F4413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249" y="553266"/>
            <a:ext cx="9905998" cy="1294526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Algerian" pitchFamily="82" charset="0"/>
              </a:rPr>
              <a:t>Mobile IP + TCP Integration
</a:t>
            </a:r>
            <a:endParaRPr lang="en-US" sz="4000" b="1" dirty="0">
              <a:latin typeface="Algerian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EBEAE-166A-1826-9EB6-ED2CC14D009D}"/>
              </a:ext>
            </a:extLst>
          </p:cNvPr>
          <p:cNvSpPr txBox="1"/>
          <p:nvPr/>
        </p:nvSpPr>
        <p:spPr>
          <a:xfrm>
            <a:off x="5185448" y="251075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95AFC-F1ED-EFC6-3C42-D93458FBC6FA}"/>
              </a:ext>
            </a:extLst>
          </p:cNvPr>
          <p:cNvSpPr txBox="1"/>
          <p:nvPr/>
        </p:nvSpPr>
        <p:spPr>
          <a:xfrm>
            <a:off x="2777020" y="1855491"/>
            <a:ext cx="8383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Combining Mobile IP with TCP improves:
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09A9C6-EA04-F619-698F-23AC652A3364}"/>
              </a:ext>
            </a:extLst>
          </p:cNvPr>
          <p:cNvSpPr txBox="1"/>
          <p:nvPr/>
        </p:nvSpPr>
        <p:spPr>
          <a:xfrm>
            <a:off x="3758045" y="2940408"/>
            <a:ext cx="60998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Routing efficiency
Data reliability
Network performance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65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3796D1-0202-8172-10EA-C025DBFDFAF1}"/>
              </a:ext>
            </a:extLst>
          </p:cNvPr>
          <p:cNvSpPr txBox="1"/>
          <p:nvPr/>
        </p:nvSpPr>
        <p:spPr>
          <a:xfrm>
            <a:off x="2309091" y="2151727"/>
            <a:ext cx="84474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IP ensures seamless mobility, while TCP guarantees reliable data transmission.
Together, they enhance overall network performance in mobile environments.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B2333-9025-69C0-F353-AB8E5754382A}"/>
              </a:ext>
            </a:extLst>
          </p:cNvPr>
          <p:cNvSpPr txBox="1"/>
          <p:nvPr/>
        </p:nvSpPr>
        <p:spPr>
          <a:xfrm>
            <a:off x="5185448" y="251075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38736-A678-10C4-1223-322E053887D4}"/>
              </a:ext>
            </a:extLst>
          </p:cNvPr>
          <p:cNvSpPr txBox="1"/>
          <p:nvPr/>
        </p:nvSpPr>
        <p:spPr>
          <a:xfrm>
            <a:off x="4547850" y="750069"/>
            <a:ext cx="3969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dirty="0">
                <a:latin typeface="Algerian" pitchFamily="82" charset="0"/>
              </a:rPr>
              <a:t>Conclusion</a:t>
            </a:r>
            <a:endParaRPr lang="en-US" sz="4000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42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6056-C138-28AF-AA42-1716E8B5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266" y="2685280"/>
            <a:ext cx="4676703" cy="1644265"/>
          </a:xfrm>
        </p:spPr>
        <p:txBody>
          <a:bodyPr>
            <a:noAutofit/>
          </a:bodyPr>
          <a:lstStyle/>
          <a:p>
            <a:r>
              <a:rPr lang="en-IN" sz="5400" dirty="0">
                <a:latin typeface="Algerian" pitchFamily="82" charset="0"/>
              </a:rPr>
              <a:t>Thank you</a:t>
            </a:r>
            <a:endParaRPr lang="en-US" sz="5400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017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ADLaM Display</vt:lpstr>
      <vt:lpstr>Algerian</vt:lpstr>
      <vt:lpstr>Arial</vt:lpstr>
      <vt:lpstr>Century Gothic</vt:lpstr>
      <vt:lpstr>Mesh</vt:lpstr>
      <vt:lpstr>Mobile IP &amp; TCP Performance Improvement</vt:lpstr>
      <vt:lpstr>Introduction</vt:lpstr>
      <vt:lpstr>Key Components of mobile ip</vt:lpstr>
      <vt:lpstr>Working of mobile ip</vt:lpstr>
      <vt:lpstr>Advantages of Mobile IP
</vt:lpstr>
      <vt:lpstr>TCP Overview
</vt:lpstr>
      <vt:lpstr>TCP Performance Improvement Techniques</vt:lpstr>
      <vt:lpstr>Mobile IP + TCP Integration
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 arasi</dc:creator>
  <cp:lastModifiedBy>Ponn arasi</cp:lastModifiedBy>
  <cp:revision>9</cp:revision>
  <dcterms:created xsi:type="dcterms:W3CDTF">2026-03-26T17:04:19Z</dcterms:created>
  <dcterms:modified xsi:type="dcterms:W3CDTF">2026-03-28T04:49:41Z</dcterms:modified>
</cp:coreProperties>
</file>
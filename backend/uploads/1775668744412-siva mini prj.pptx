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F7F7F-AB4F-404E-AA75-638E7E4595B3}" v="25" dt="2026-01-28T10:35:56.8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 arasi" userId="e61721881f1d6ace" providerId="LiveId" clId="{728DDA36-F453-4441-8EB8-827EFAACBB58}"/>
    <pc:docChg chg="undo custSel addSld delSld modSld">
      <pc:chgData name="Ponn arasi" userId="e61721881f1d6ace" providerId="LiveId" clId="{728DDA36-F453-4441-8EB8-827EFAACBB58}" dt="2026-01-28T10:36:21.634" v="379" actId="1076"/>
      <pc:docMkLst>
        <pc:docMk/>
      </pc:docMkLst>
      <pc:sldChg chg="addSp modSp mod">
        <pc:chgData name="Ponn arasi" userId="e61721881f1d6ace" providerId="LiveId" clId="{728DDA36-F453-4441-8EB8-827EFAACBB58}" dt="2026-01-28T10:19:18.974" v="212" actId="20577"/>
        <pc:sldMkLst>
          <pc:docMk/>
          <pc:sldMk cId="1203866252" sldId="256"/>
        </pc:sldMkLst>
        <pc:spChg chg="add mod">
          <ac:chgData name="Ponn arasi" userId="e61721881f1d6ace" providerId="LiveId" clId="{728DDA36-F453-4441-8EB8-827EFAACBB58}" dt="2026-01-28T10:19:18.974" v="212" actId="20577"/>
          <ac:spMkLst>
            <pc:docMk/>
            <pc:sldMk cId="1203866252" sldId="256"/>
            <ac:spMk id="8" creationId="{000850AD-B150-C5C0-7896-059F770A4121}"/>
          </ac:spMkLst>
        </pc:spChg>
      </pc:sldChg>
      <pc:sldChg chg="addSp modSp mod">
        <pc:chgData name="Ponn arasi" userId="e61721881f1d6ace" providerId="LiveId" clId="{728DDA36-F453-4441-8EB8-827EFAACBB58}" dt="2026-01-28T10:24:14.890" v="266" actId="1038"/>
        <pc:sldMkLst>
          <pc:docMk/>
          <pc:sldMk cId="3925717763" sldId="257"/>
        </pc:sldMkLst>
        <pc:spChg chg="mod">
          <ac:chgData name="Ponn arasi" userId="e61721881f1d6ace" providerId="LiveId" clId="{728DDA36-F453-4441-8EB8-827EFAACBB58}" dt="2026-01-28T10:16:51.569" v="160"/>
          <ac:spMkLst>
            <pc:docMk/>
            <pc:sldMk cId="3925717763" sldId="257"/>
            <ac:spMk id="2" creationId="{9C05A454-3384-1231-C422-813EDBD28460}"/>
          </ac:spMkLst>
        </pc:spChg>
        <pc:spChg chg="mod">
          <ac:chgData name="Ponn arasi" userId="e61721881f1d6ace" providerId="LiveId" clId="{728DDA36-F453-4441-8EB8-827EFAACBB58}" dt="2026-01-28T10:16:51.569" v="160"/>
          <ac:spMkLst>
            <pc:docMk/>
            <pc:sldMk cId="3925717763" sldId="257"/>
            <ac:spMk id="3" creationId="{F996DD70-C060-7CA4-CDD2-5545987EA3F7}"/>
          </ac:spMkLst>
        </pc:spChg>
        <pc:spChg chg="add mod">
          <ac:chgData name="Ponn arasi" userId="e61721881f1d6ace" providerId="LiveId" clId="{728DDA36-F453-4441-8EB8-827EFAACBB58}" dt="2026-01-28T10:24:03.366" v="265" actId="1076"/>
          <ac:spMkLst>
            <pc:docMk/>
            <pc:sldMk cId="3925717763" sldId="257"/>
            <ac:spMk id="5" creationId="{6AF8F669-F02E-83B0-6285-0A648BEC1B92}"/>
          </ac:spMkLst>
        </pc:spChg>
        <pc:spChg chg="add mod">
          <ac:chgData name="Ponn arasi" userId="e61721881f1d6ace" providerId="LiveId" clId="{728DDA36-F453-4441-8EB8-827EFAACBB58}" dt="2026-01-28T10:23:33.291" v="259" actId="1076"/>
          <ac:spMkLst>
            <pc:docMk/>
            <pc:sldMk cId="3925717763" sldId="257"/>
            <ac:spMk id="7" creationId="{D7E29A38-A20A-341B-9D68-6A9B850700C6}"/>
          </ac:spMkLst>
        </pc:spChg>
        <pc:spChg chg="add mod">
          <ac:chgData name="Ponn arasi" userId="e61721881f1d6ace" providerId="LiveId" clId="{728DDA36-F453-4441-8EB8-827EFAACBB58}" dt="2026-01-28T10:23:38.429" v="260" actId="1076"/>
          <ac:spMkLst>
            <pc:docMk/>
            <pc:sldMk cId="3925717763" sldId="257"/>
            <ac:spMk id="9" creationId="{DE5C098C-F08A-A2BB-13DC-43E2CDDC374F}"/>
          </ac:spMkLst>
        </pc:spChg>
        <pc:spChg chg="add mod">
          <ac:chgData name="Ponn arasi" userId="e61721881f1d6ace" providerId="LiveId" clId="{728DDA36-F453-4441-8EB8-827EFAACBB58}" dt="2026-01-28T10:23:44.427" v="261" actId="1076"/>
          <ac:spMkLst>
            <pc:docMk/>
            <pc:sldMk cId="3925717763" sldId="257"/>
            <ac:spMk id="11" creationId="{8FFBB649-CDDB-CB06-9AB2-EC0E0A1D9C8F}"/>
          </ac:spMkLst>
        </pc:spChg>
        <pc:spChg chg="add mod">
          <ac:chgData name="Ponn arasi" userId="e61721881f1d6ace" providerId="LiveId" clId="{728DDA36-F453-4441-8EB8-827EFAACBB58}" dt="2026-01-28T10:23:53.577" v="263" actId="1076"/>
          <ac:spMkLst>
            <pc:docMk/>
            <pc:sldMk cId="3925717763" sldId="257"/>
            <ac:spMk id="13" creationId="{383CFC65-67E9-87E9-0B75-FE02EBA39D0E}"/>
          </ac:spMkLst>
        </pc:spChg>
        <pc:picChg chg="mod">
          <ac:chgData name="Ponn arasi" userId="e61721881f1d6ace" providerId="LiveId" clId="{728DDA36-F453-4441-8EB8-827EFAACBB58}" dt="2026-01-28T10:24:14.890" v="266" actId="1038"/>
          <ac:picMkLst>
            <pc:docMk/>
            <pc:sldMk cId="3925717763" sldId="257"/>
            <ac:picMk id="3074" creationId="{9081391B-A3F6-4641-B83A-97459B4D391E}"/>
          </ac:picMkLst>
        </pc:picChg>
      </pc:sldChg>
      <pc:sldChg chg="addSp delSp modSp mod">
        <pc:chgData name="Ponn arasi" userId="e61721881f1d6ace" providerId="LiveId" clId="{728DDA36-F453-4441-8EB8-827EFAACBB58}" dt="2026-01-28T10:29:20.442" v="319" actId="1076"/>
        <pc:sldMkLst>
          <pc:docMk/>
          <pc:sldMk cId="4263350822" sldId="258"/>
        </pc:sldMkLst>
        <pc:spChg chg="mod">
          <ac:chgData name="Ponn arasi" userId="e61721881f1d6ace" providerId="LiveId" clId="{728DDA36-F453-4441-8EB8-827EFAACBB58}" dt="2026-01-28T10:16:51.569" v="160"/>
          <ac:spMkLst>
            <pc:docMk/>
            <pc:sldMk cId="4263350822" sldId="258"/>
            <ac:spMk id="2" creationId="{A5BB72E4-B811-04C0-B73B-A83700010527}"/>
          </ac:spMkLst>
        </pc:spChg>
        <pc:spChg chg="add del mod">
          <ac:chgData name="Ponn arasi" userId="e61721881f1d6ace" providerId="LiveId" clId="{728DDA36-F453-4441-8EB8-827EFAACBB58}" dt="2026-01-28T10:28:22.406" v="312"/>
          <ac:spMkLst>
            <pc:docMk/>
            <pc:sldMk cId="4263350822" sldId="258"/>
            <ac:spMk id="5" creationId="{1C975A5C-7B59-14A6-87D2-71BB0399B172}"/>
          </ac:spMkLst>
        </pc:spChg>
        <pc:spChg chg="add mod">
          <ac:chgData name="Ponn arasi" userId="e61721881f1d6ace" providerId="LiveId" clId="{728DDA36-F453-4441-8EB8-827EFAACBB58}" dt="2026-01-28T10:28:40.384" v="313" actId="1076"/>
          <ac:spMkLst>
            <pc:docMk/>
            <pc:sldMk cId="4263350822" sldId="258"/>
            <ac:spMk id="7" creationId="{0E4CEF7E-F660-9D31-D386-8F24E58BDD47}"/>
          </ac:spMkLst>
        </pc:spChg>
        <pc:spChg chg="add mod">
          <ac:chgData name="Ponn arasi" userId="e61721881f1d6ace" providerId="LiveId" clId="{728DDA36-F453-4441-8EB8-827EFAACBB58}" dt="2026-01-28T10:28:46.603" v="314" actId="1076"/>
          <ac:spMkLst>
            <pc:docMk/>
            <pc:sldMk cId="4263350822" sldId="258"/>
            <ac:spMk id="9" creationId="{8AD123AE-33E7-389A-8E6D-A0B4B5D57117}"/>
          </ac:spMkLst>
        </pc:spChg>
        <pc:spChg chg="add mod">
          <ac:chgData name="Ponn arasi" userId="e61721881f1d6ace" providerId="LiveId" clId="{728DDA36-F453-4441-8EB8-827EFAACBB58}" dt="2026-01-28T10:28:57.451" v="316" actId="1076"/>
          <ac:spMkLst>
            <pc:docMk/>
            <pc:sldMk cId="4263350822" sldId="258"/>
            <ac:spMk id="11" creationId="{23673B76-D441-7660-DB15-CAAE17682ED2}"/>
          </ac:spMkLst>
        </pc:spChg>
        <pc:spChg chg="add mod">
          <ac:chgData name="Ponn arasi" userId="e61721881f1d6ace" providerId="LiveId" clId="{728DDA36-F453-4441-8EB8-827EFAACBB58}" dt="2026-01-28T10:29:11.850" v="318" actId="1076"/>
          <ac:spMkLst>
            <pc:docMk/>
            <pc:sldMk cId="4263350822" sldId="258"/>
            <ac:spMk id="13" creationId="{4AD6F53D-377B-C275-7106-0313B2E151BB}"/>
          </ac:spMkLst>
        </pc:spChg>
        <pc:spChg chg="add mod">
          <ac:chgData name="Ponn arasi" userId="e61721881f1d6ace" providerId="LiveId" clId="{728DDA36-F453-4441-8EB8-827EFAACBB58}" dt="2026-01-28T10:29:20.442" v="319" actId="1076"/>
          <ac:spMkLst>
            <pc:docMk/>
            <pc:sldMk cId="4263350822" sldId="258"/>
            <ac:spMk id="15" creationId="{C861B981-9B19-44B3-7506-62C199FF00FD}"/>
          </ac:spMkLst>
        </pc:spChg>
        <pc:picChg chg="mod">
          <ac:chgData name="Ponn arasi" userId="e61721881f1d6ace" providerId="LiveId" clId="{728DDA36-F453-4441-8EB8-827EFAACBB58}" dt="2026-01-28T10:28:52.911" v="315" actId="1076"/>
          <ac:picMkLst>
            <pc:docMk/>
            <pc:sldMk cId="4263350822" sldId="258"/>
            <ac:picMk id="4098" creationId="{0E6DB552-E0BF-098C-4761-99C260360CE5}"/>
          </ac:picMkLst>
        </pc:picChg>
      </pc:sldChg>
      <pc:sldChg chg="addSp delSp modSp mod">
        <pc:chgData name="Ponn arasi" userId="e61721881f1d6ace" providerId="LiveId" clId="{728DDA36-F453-4441-8EB8-827EFAACBB58}" dt="2026-01-28T10:31:35.129" v="344" actId="1076"/>
        <pc:sldMkLst>
          <pc:docMk/>
          <pc:sldMk cId="501701462" sldId="259"/>
        </pc:sldMkLst>
        <pc:spChg chg="mod">
          <ac:chgData name="Ponn arasi" userId="e61721881f1d6ace" providerId="LiveId" clId="{728DDA36-F453-4441-8EB8-827EFAACBB58}" dt="2026-01-28T10:16:51.569" v="160"/>
          <ac:spMkLst>
            <pc:docMk/>
            <pc:sldMk cId="501701462" sldId="259"/>
            <ac:spMk id="2" creationId="{1A8B0EBD-8C2F-5CBA-5B71-8CE2843D138F}"/>
          </ac:spMkLst>
        </pc:spChg>
        <pc:spChg chg="add del mod">
          <ac:chgData name="Ponn arasi" userId="e61721881f1d6ace" providerId="LiveId" clId="{728DDA36-F453-4441-8EB8-827EFAACBB58}" dt="2026-01-28T10:06:05.016" v="17" actId="478"/>
          <ac:spMkLst>
            <pc:docMk/>
            <pc:sldMk cId="501701462" sldId="259"/>
            <ac:spMk id="5" creationId="{DDB002F2-C8A4-4934-5F78-C5DC27C4229C}"/>
          </ac:spMkLst>
        </pc:spChg>
        <pc:spChg chg="add mod">
          <ac:chgData name="Ponn arasi" userId="e61721881f1d6ace" providerId="LiveId" clId="{728DDA36-F453-4441-8EB8-827EFAACBB58}" dt="2026-01-28T10:31:35.129" v="344" actId="1076"/>
          <ac:spMkLst>
            <pc:docMk/>
            <pc:sldMk cId="501701462" sldId="259"/>
            <ac:spMk id="7" creationId="{8563088E-2FB0-3DD8-255E-CBA465726A18}"/>
          </ac:spMkLst>
        </pc:spChg>
        <pc:graphicFrameChg chg="add del mod modGraphic">
          <ac:chgData name="Ponn arasi" userId="e61721881f1d6ace" providerId="LiveId" clId="{728DDA36-F453-4441-8EB8-827EFAACBB58}" dt="2026-01-28T10:12:07.913" v="131" actId="478"/>
          <ac:graphicFrameMkLst>
            <pc:docMk/>
            <pc:sldMk cId="501701462" sldId="259"/>
            <ac:graphicFrameMk id="4" creationId="{A2946BA2-6F42-F43F-064D-EA4DAC24FA82}"/>
          </ac:graphicFrameMkLst>
        </pc:graphicFrameChg>
        <pc:graphicFrameChg chg="add mod modGraphic">
          <ac:chgData name="Ponn arasi" userId="e61721881f1d6ace" providerId="LiveId" clId="{728DDA36-F453-4441-8EB8-827EFAACBB58}" dt="2026-01-28T10:31:29.208" v="343" actId="1076"/>
          <ac:graphicFrameMkLst>
            <pc:docMk/>
            <pc:sldMk cId="501701462" sldId="259"/>
            <ac:graphicFrameMk id="8" creationId="{A096B0DD-C531-0302-EFF7-D8CF1C57CFCA}"/>
          </ac:graphicFrameMkLst>
        </pc:graphicFrameChg>
      </pc:sldChg>
      <pc:sldChg chg="addSp modSp mod">
        <pc:chgData name="Ponn arasi" userId="e61721881f1d6ace" providerId="LiveId" clId="{728DDA36-F453-4441-8EB8-827EFAACBB58}" dt="2026-01-28T10:36:21.634" v="379" actId="1076"/>
        <pc:sldMkLst>
          <pc:docMk/>
          <pc:sldMk cId="1881071510" sldId="260"/>
        </pc:sldMkLst>
        <pc:spChg chg="mod">
          <ac:chgData name="Ponn arasi" userId="e61721881f1d6ace" providerId="LiveId" clId="{728DDA36-F453-4441-8EB8-827EFAACBB58}" dt="2026-01-28T10:16:51.569" v="160"/>
          <ac:spMkLst>
            <pc:docMk/>
            <pc:sldMk cId="1881071510" sldId="260"/>
            <ac:spMk id="3" creationId="{ED27060D-3F69-E490-AB27-8E7C73E62BD2}"/>
          </ac:spMkLst>
        </pc:spChg>
        <pc:spChg chg="add mod">
          <ac:chgData name="Ponn arasi" userId="e61721881f1d6ace" providerId="LiveId" clId="{728DDA36-F453-4441-8EB8-827EFAACBB58}" dt="2026-01-28T10:34:59.487" v="370" actId="21"/>
          <ac:spMkLst>
            <pc:docMk/>
            <pc:sldMk cId="1881071510" sldId="260"/>
            <ac:spMk id="5" creationId="{A3F1D447-1ACC-687C-22E5-9AA3F7F62D5C}"/>
          </ac:spMkLst>
        </pc:spChg>
        <pc:spChg chg="add mod">
          <ac:chgData name="Ponn arasi" userId="e61721881f1d6ace" providerId="LiveId" clId="{728DDA36-F453-4441-8EB8-827EFAACBB58}" dt="2026-01-28T10:32:18.051" v="348" actId="1076"/>
          <ac:spMkLst>
            <pc:docMk/>
            <pc:sldMk cId="1881071510" sldId="260"/>
            <ac:spMk id="7" creationId="{CEF313EA-83E3-CB69-437F-4A4F87F6E529}"/>
          </ac:spMkLst>
        </pc:spChg>
        <pc:spChg chg="add mod">
          <ac:chgData name="Ponn arasi" userId="e61721881f1d6ace" providerId="LiveId" clId="{728DDA36-F453-4441-8EB8-827EFAACBB58}" dt="2026-01-28T10:33:53.690" v="361" actId="1076"/>
          <ac:spMkLst>
            <pc:docMk/>
            <pc:sldMk cId="1881071510" sldId="260"/>
            <ac:spMk id="11" creationId="{C9C32756-68A1-7AB7-FE00-1A7EFFCE19F4}"/>
          </ac:spMkLst>
        </pc:spChg>
        <pc:spChg chg="add mod">
          <ac:chgData name="Ponn arasi" userId="e61721881f1d6ace" providerId="LiveId" clId="{728DDA36-F453-4441-8EB8-827EFAACBB58}" dt="2026-01-28T10:35:51.257" v="375" actId="14100"/>
          <ac:spMkLst>
            <pc:docMk/>
            <pc:sldMk cId="1881071510" sldId="260"/>
            <ac:spMk id="13" creationId="{A2AA286D-A683-698A-3429-ED10DEB6CEC2}"/>
          </ac:spMkLst>
        </pc:spChg>
        <pc:spChg chg="add mod">
          <ac:chgData name="Ponn arasi" userId="e61721881f1d6ace" providerId="LiveId" clId="{728DDA36-F453-4441-8EB8-827EFAACBB58}" dt="2026-01-28T10:36:21.634" v="379" actId="1076"/>
          <ac:spMkLst>
            <pc:docMk/>
            <pc:sldMk cId="1881071510" sldId="260"/>
            <ac:spMk id="15" creationId="{EC702FAA-3765-EE95-B8C0-8962F02FE120}"/>
          </ac:spMkLst>
        </pc:spChg>
        <pc:spChg chg="add mod">
          <ac:chgData name="Ponn arasi" userId="e61721881f1d6ace" providerId="LiveId" clId="{728DDA36-F453-4441-8EB8-827EFAACBB58}" dt="2026-01-28T10:36:11.936" v="378" actId="1076"/>
          <ac:spMkLst>
            <pc:docMk/>
            <pc:sldMk cId="1881071510" sldId="260"/>
            <ac:spMk id="17" creationId="{C0838C6F-47B2-F6DA-CEE8-2E48D6923B81}"/>
          </ac:spMkLst>
        </pc:spChg>
        <pc:picChg chg="add mod">
          <ac:chgData name="Ponn arasi" userId="e61721881f1d6ace" providerId="LiveId" clId="{728DDA36-F453-4441-8EB8-827EFAACBB58}" dt="2026-01-28T10:32:41.049" v="351"/>
          <ac:picMkLst>
            <pc:docMk/>
            <pc:sldMk cId="1881071510" sldId="260"/>
            <ac:picMk id="8" creationId="{5BD15BFB-96F9-D5D2-0474-3AF072B9E153}"/>
          </ac:picMkLst>
        </pc:picChg>
        <pc:picChg chg="add mod">
          <ac:chgData name="Ponn arasi" userId="e61721881f1d6ace" providerId="LiveId" clId="{728DDA36-F453-4441-8EB8-827EFAACBB58}" dt="2026-01-28T10:32:46.749" v="352"/>
          <ac:picMkLst>
            <pc:docMk/>
            <pc:sldMk cId="1881071510" sldId="260"/>
            <ac:picMk id="9" creationId="{B096D4E5-ADA3-1DAF-CC04-049C6D7CCEDF}"/>
          </ac:picMkLst>
        </pc:picChg>
        <pc:picChg chg="mod">
          <ac:chgData name="Ponn arasi" userId="e61721881f1d6ace" providerId="LiveId" clId="{728DDA36-F453-4441-8EB8-827EFAACBB58}" dt="2026-01-28T10:33:17.091" v="357" actId="1076"/>
          <ac:picMkLst>
            <pc:docMk/>
            <pc:sldMk cId="1881071510" sldId="260"/>
            <ac:picMk id="2052" creationId="{AEF02BF3-08DD-AFCC-E4F8-46D21DAED539}"/>
          </ac:picMkLst>
        </pc:picChg>
      </pc:sldChg>
      <pc:sldChg chg="addSp delSp modSp new add del mod">
        <pc:chgData name="Ponn arasi" userId="e61721881f1d6ace" providerId="LiveId" clId="{728DDA36-F453-4441-8EB8-827EFAACBB58}" dt="2026-01-28T10:17:03.256" v="167" actId="47"/>
        <pc:sldMkLst>
          <pc:docMk/>
          <pc:sldMk cId="4023862847" sldId="261"/>
        </pc:sldMkLst>
        <pc:spChg chg="del">
          <ac:chgData name="Ponn arasi" userId="e61721881f1d6ace" providerId="LiveId" clId="{728DDA36-F453-4441-8EB8-827EFAACBB58}" dt="2026-01-28T10:14:15.850" v="143" actId="478"/>
          <ac:spMkLst>
            <pc:docMk/>
            <pc:sldMk cId="4023862847" sldId="261"/>
            <ac:spMk id="2" creationId="{BF5C6DA9-8C36-0B1D-5315-74A7A74A38D7}"/>
          </ac:spMkLst>
        </pc:spChg>
        <pc:spChg chg="del">
          <ac:chgData name="Ponn arasi" userId="e61721881f1d6ace" providerId="LiveId" clId="{728DDA36-F453-4441-8EB8-827EFAACBB58}" dt="2026-01-28T10:14:18.333" v="144" actId="478"/>
          <ac:spMkLst>
            <pc:docMk/>
            <pc:sldMk cId="4023862847" sldId="261"/>
            <ac:spMk id="3" creationId="{B7F1CEAC-B1C1-BDE8-EA66-B3FAC4FB68DC}"/>
          </ac:spMkLst>
        </pc:spChg>
        <pc:graphicFrameChg chg="add del mod modGraphic">
          <ac:chgData name="Ponn arasi" userId="e61721881f1d6ace" providerId="LiveId" clId="{728DDA36-F453-4441-8EB8-827EFAACBB58}" dt="2026-01-28T10:16:56.701" v="166" actId="12385"/>
          <ac:graphicFrameMkLst>
            <pc:docMk/>
            <pc:sldMk cId="4023862847" sldId="261"/>
            <ac:graphicFrameMk id="4" creationId="{4C39A251-EF58-04FD-9707-B8E08573778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65F8-16C0-EF7A-B4F5-D445B1489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AD45F-6D4E-A614-EC9B-0F01A3251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8B692-7E7D-383F-1EB5-4C343869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B5296-CED0-D9FD-052A-7C0CA09D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E8A77-F873-C127-B36F-3C3D5303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30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89EB-39BD-AAEA-DA11-05BC1227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382A-7916-E326-C2B5-36E4C389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74A3B-639F-68B5-B19D-6196ADD1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24B51-6A4E-1996-AE80-7D1C43B9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5746A-3775-3679-B17A-6AAC0B63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67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AAC9-BD9E-DB21-7620-01D93B44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ED77F-F7FE-9044-C47A-5EA62C8C4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F54D1-18AE-679A-500A-886BE8DC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106EE-4114-1E0E-C764-583147ED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76C0-5B46-F6DD-9C8F-3A2730C5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28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1E0B-F0E0-A399-FC88-43C22A01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5E2D-B0AD-F8BF-1618-A4B67E695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645FB-1EFA-9829-1238-EA92196AC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8C235-10A8-DD24-249A-82D705B97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DA610-3E42-FD22-2677-12CF5F6F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3C25A-386D-7BA2-E407-CBFF71D3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442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5C62-F2F3-0786-350E-BB453D56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6CEC7-1B56-4974-97F5-89CA414D1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D9723-24D7-A6D9-1BB5-9B2B5AC8B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84BD4A-DD36-3021-CECD-F748D82B6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FCBB5-5518-150F-C385-D01038491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953FA-B95B-83EB-3A46-215D25D7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0E7AE-14F8-B505-86ED-D215BE2E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DC98C-0FBF-ED68-6B23-E68917855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85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E7CAE-F3AB-22B1-E574-5E532AEF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87DF7-0A46-BAFE-61E5-8BD14559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125D4-590D-BC60-F0C1-CA7F2461C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92D0A-5851-02F7-1501-C1830CBA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46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2BF41-109D-8648-15EA-3C1482C16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7904BD-0FD7-B089-C46A-56A8106C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6E69D-820B-4FBF-1483-C4B9B83F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7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161E-0B5B-BFB6-6C9D-120F8293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E5717-3FD5-CA44-F257-191BB678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5434B-E962-F995-5A46-0B11EABB2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7387A-44E5-6345-DC92-DDF0A1BF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BEDB9-38E6-C2E4-E18D-F15D07BE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0E8B2-E848-821C-7585-CEC6B549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39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0115-F1DD-4DC2-311C-DC00A010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D67C8-15C3-7553-7F2C-BBA6ABBF4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98BDD-35CF-84BF-F52D-3E305ECC5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A916D-9812-3BA9-6998-BA5B5A883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F26C4-3C97-D657-B356-E7389465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3C45E-1300-E3E9-D594-B4DB42324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6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E6CFD-6448-3828-36D5-1D7B306C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38768-179F-23B0-38D7-0343EA488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9D1C-EA1E-EA3A-97B6-F6057ACED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F578F-F04B-65FD-B5E2-857FA87F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8842-43B4-27DC-AF11-444EC3DE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C134B-5E4C-45AA-9849-34AE7AC4B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65EBB-1092-2F8B-7FFA-32FBAC4F3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E395B-D3CB-E873-210F-88C64D8F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AB2B8-5FCA-1948-933F-8ED1D5B0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2EE12-E9F6-1E3A-7028-5F51E972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27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9AEA3-3CE7-CF18-DEE5-17261254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0CB6E-AB7C-3BF2-ECD9-2F42F01CC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19BF7-28B3-7881-A81C-96AB865CD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3CE97-E005-43A7-9265-26C59171EDC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E6ABF-2E8E-0AC8-52D8-8FADE8C05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CA503-7F42-1CDC-45DE-3AF29B22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27285-B985-4CFC-8892-7024164D0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8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mple background design suitable for PC, PPT and other backgrounds ...">
            <a:extLst>
              <a:ext uri="{FF2B5EF4-FFF2-40B4-BE49-F238E27FC236}">
                <a16:creationId xmlns:a16="http://schemas.microsoft.com/office/drawing/2014/main" id="{08EB747B-C6F4-4047-F474-A6EF7A37F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695" y="-286561"/>
            <a:ext cx="12426695" cy="714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4870B9-D987-101E-E2D2-31BC6551648A}"/>
              </a:ext>
            </a:extLst>
          </p:cNvPr>
          <p:cNvSpPr/>
          <p:nvPr/>
        </p:nvSpPr>
        <p:spPr>
          <a:xfrm>
            <a:off x="571225" y="755793"/>
            <a:ext cx="11049550" cy="1908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Coimbatore Institute of Engineering and </a:t>
            </a:r>
          </a:p>
          <a:p>
            <a:pPr algn="ctr"/>
            <a:r>
              <a:rPr lang="en-US" sz="32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Technology</a:t>
            </a:r>
          </a:p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9D5B8-C986-635B-9366-008B438C23E4}"/>
              </a:ext>
            </a:extLst>
          </p:cNvPr>
          <p:cNvSpPr/>
          <p:nvPr/>
        </p:nvSpPr>
        <p:spPr>
          <a:xfrm>
            <a:off x="4488508" y="2008533"/>
            <a:ext cx="363586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Information 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C0B5DE-7542-AFD2-C204-BA45AD2FDA2D}"/>
              </a:ext>
            </a:extLst>
          </p:cNvPr>
          <p:cNvSpPr/>
          <p:nvPr/>
        </p:nvSpPr>
        <p:spPr>
          <a:xfrm>
            <a:off x="8765077" y="4193993"/>
            <a:ext cx="20136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Title:Full</a:t>
            </a:r>
            <a:r>
              <a:rPr lang="en-US" sz="24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stack</a:t>
            </a:r>
            <a:endParaRPr lang="en-US" sz="2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EB1A90-20C3-F57B-F2CB-05B812C41DFB}"/>
              </a:ext>
            </a:extLst>
          </p:cNvPr>
          <p:cNvSpPr/>
          <p:nvPr/>
        </p:nvSpPr>
        <p:spPr>
          <a:xfrm>
            <a:off x="8534096" y="4786991"/>
            <a:ext cx="308667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S.Sivaranjani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(71052307046)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850AD-B150-C5C0-7896-059F770A4121}"/>
              </a:ext>
            </a:extLst>
          </p:cNvPr>
          <p:cNvSpPr/>
          <p:nvPr/>
        </p:nvSpPr>
        <p:spPr>
          <a:xfrm>
            <a:off x="8146480" y="5187101"/>
            <a:ext cx="209127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B.Tech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IT 3</a:t>
            </a:r>
            <a:r>
              <a:rPr lang="en-US" sz="2000" b="0" cap="none" spc="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yr</a:t>
            </a:r>
          </a:p>
        </p:txBody>
      </p:sp>
    </p:spTree>
    <p:extLst>
      <p:ext uri="{BB962C8B-B14F-4D97-AF65-F5344CB8AC3E}">
        <p14:creationId xmlns:p14="http://schemas.microsoft.com/office/powerpoint/2010/main" val="120386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A454-3384-1231-C422-813EDBD28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6DD70-C060-7CA4-CDD2-5545987EA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Simple background design suitable for PC, PPT and other backgrounds ...">
            <a:extLst>
              <a:ext uri="{FF2B5EF4-FFF2-40B4-BE49-F238E27FC236}">
                <a16:creationId xmlns:a16="http://schemas.microsoft.com/office/drawing/2014/main" id="{9081391B-A3F6-4641-B83A-97459B4D3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" y="-73152"/>
            <a:ext cx="12463271" cy="72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F8F669-F02E-83B0-6285-0A648BEC1B92}"/>
              </a:ext>
            </a:extLst>
          </p:cNvPr>
          <p:cNvSpPr txBox="1"/>
          <p:nvPr/>
        </p:nvSpPr>
        <p:spPr>
          <a:xfrm>
            <a:off x="4397501" y="4457295"/>
            <a:ext cx="6304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Database:</a:t>
            </a:r>
            <a:r>
              <a:rPr lang="en-US" sz="2400" dirty="0"/>
              <a:t> Where the application data is stored and retrieved.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29A38-A20A-341B-9D68-6A9B850700C6}"/>
              </a:ext>
            </a:extLst>
          </p:cNvPr>
          <p:cNvSpPr txBox="1"/>
          <p:nvPr/>
        </p:nvSpPr>
        <p:spPr>
          <a:xfrm>
            <a:off x="4618862" y="283273"/>
            <a:ext cx="6304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 </a:t>
            </a:r>
            <a:r>
              <a:rPr lang="en-US" sz="3200" b="1" dirty="0"/>
              <a:t>Full Stack Development: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C098C-F08A-A2BB-13DC-43E2CDDC374F}"/>
              </a:ext>
            </a:extLst>
          </p:cNvPr>
          <p:cNvSpPr txBox="1"/>
          <p:nvPr/>
        </p:nvSpPr>
        <p:spPr>
          <a:xfrm>
            <a:off x="2938272" y="1293681"/>
            <a:ext cx="8716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Full Stack Development refers to the end-to-end process of developing both the </a:t>
            </a:r>
            <a:r>
              <a:rPr lang="en-US" sz="2400" b="1" dirty="0"/>
              <a:t>Client-Side</a:t>
            </a:r>
            <a:r>
              <a:rPr lang="en-US" sz="2400" dirty="0"/>
              <a:t> (Front-end) and </a:t>
            </a:r>
            <a:r>
              <a:rPr lang="en-US" sz="2400" b="1" dirty="0"/>
              <a:t>Server-Side</a:t>
            </a:r>
            <a:r>
              <a:rPr lang="en-US" sz="2400" dirty="0"/>
              <a:t> (Back-end) of a web application.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FBB649-CDDB-CB06-9AB2-EC0E0A1D9C8F}"/>
              </a:ext>
            </a:extLst>
          </p:cNvPr>
          <p:cNvSpPr txBox="1"/>
          <p:nvPr/>
        </p:nvSpPr>
        <p:spPr>
          <a:xfrm>
            <a:off x="4322826" y="2823343"/>
            <a:ext cx="6304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Front-end:</a:t>
            </a:r>
            <a:r>
              <a:rPr lang="en-US" sz="2400" dirty="0"/>
              <a:t> Everything a user sees and interacts with (UI/UX).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3CFC65-67E9-87E9-0B75-FE02EBA39D0E}"/>
              </a:ext>
            </a:extLst>
          </p:cNvPr>
          <p:cNvSpPr txBox="1"/>
          <p:nvPr/>
        </p:nvSpPr>
        <p:spPr>
          <a:xfrm>
            <a:off x="4391405" y="3754165"/>
            <a:ext cx="8369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Back-end:</a:t>
            </a:r>
            <a:r>
              <a:rPr lang="en-US" sz="2400" dirty="0"/>
              <a:t> The "behind-the-scenes" logic, database management, and server handling.</a:t>
            </a:r>
          </a:p>
        </p:txBody>
      </p:sp>
    </p:spTree>
    <p:extLst>
      <p:ext uri="{BB962C8B-B14F-4D97-AF65-F5344CB8AC3E}">
        <p14:creationId xmlns:p14="http://schemas.microsoft.com/office/powerpoint/2010/main" val="392571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72E4-B811-04C0-B73B-A8370001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Simple background design suitable for PC, PPT and other backgrounds ...">
            <a:extLst>
              <a:ext uri="{FF2B5EF4-FFF2-40B4-BE49-F238E27FC236}">
                <a16:creationId xmlns:a16="http://schemas.microsoft.com/office/drawing/2014/main" id="{0E6DB552-E0BF-098C-4761-99C260360C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2400" y="-118872"/>
            <a:ext cx="12969367" cy="709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4CEF7E-F660-9D31-D386-8F24E58BDD47}"/>
              </a:ext>
            </a:extLst>
          </p:cNvPr>
          <p:cNvSpPr txBox="1"/>
          <p:nvPr/>
        </p:nvSpPr>
        <p:spPr>
          <a:xfrm>
            <a:off x="2748470" y="658574"/>
            <a:ext cx="61676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Layers of the Stack: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123AE-33E7-389A-8E6D-A0B4B5D57117}"/>
              </a:ext>
            </a:extLst>
          </p:cNvPr>
          <p:cNvSpPr txBox="1"/>
          <p:nvPr/>
        </p:nvSpPr>
        <p:spPr>
          <a:xfrm>
            <a:off x="2834640" y="1482406"/>
            <a:ext cx="68099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          A typical Full Stack application is built in three primary layers: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73B76-D441-7660-DB15-CAAE17682ED2}"/>
              </a:ext>
            </a:extLst>
          </p:cNvPr>
          <p:cNvSpPr txBox="1"/>
          <p:nvPr/>
        </p:nvSpPr>
        <p:spPr>
          <a:xfrm>
            <a:off x="3669030" y="2430175"/>
            <a:ext cx="6167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/>
              <a:t>Presentation Layer (Front-end):</a:t>
            </a:r>
            <a:r>
              <a:rPr lang="en-US" sz="2400" dirty="0"/>
              <a:t> Uses technologies like HTML5, CSS3, and JavaScript to create responsive interfaces.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6F53D-377B-C275-7106-0313B2E151BB}"/>
              </a:ext>
            </a:extLst>
          </p:cNvPr>
          <p:cNvSpPr txBox="1"/>
          <p:nvPr/>
        </p:nvSpPr>
        <p:spPr>
          <a:xfrm>
            <a:off x="3161538" y="3916294"/>
            <a:ext cx="6556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2.Logic Layer (Back-end):</a:t>
            </a:r>
            <a:r>
              <a:rPr lang="en-US" sz="2400" dirty="0"/>
              <a:t> Handles data processing and business rules using languages like Node.js, Python, or Java.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61B981-9B19-44B3-7506-62C199FF00FD}"/>
              </a:ext>
            </a:extLst>
          </p:cNvPr>
          <p:cNvSpPr txBox="1"/>
          <p:nvPr/>
        </p:nvSpPr>
        <p:spPr>
          <a:xfrm>
            <a:off x="3161538" y="5319274"/>
            <a:ext cx="6556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3.Data Layer (Database):</a:t>
            </a:r>
            <a:r>
              <a:rPr lang="en-US" sz="2400" dirty="0"/>
              <a:t> Manages data storage using systems like MySQL (Relational) or MongoDB (NoSQL).</a:t>
            </a:r>
          </a:p>
        </p:txBody>
      </p:sp>
    </p:spTree>
    <p:extLst>
      <p:ext uri="{BB962C8B-B14F-4D97-AF65-F5344CB8AC3E}">
        <p14:creationId xmlns:p14="http://schemas.microsoft.com/office/powerpoint/2010/main" val="426335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0EBD-8C2F-5CBA-5B71-8CE2843D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Simple background design suitable for PC, PPT and other backgrounds ...">
            <a:extLst>
              <a:ext uri="{FF2B5EF4-FFF2-40B4-BE49-F238E27FC236}">
                <a16:creationId xmlns:a16="http://schemas.microsoft.com/office/drawing/2014/main" id="{7892C447-42F7-1CFE-E632-454D1E0756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9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63088E-2FB0-3DD8-255E-CBA465726A18}"/>
              </a:ext>
            </a:extLst>
          </p:cNvPr>
          <p:cNvSpPr txBox="1"/>
          <p:nvPr/>
        </p:nvSpPr>
        <p:spPr>
          <a:xfrm>
            <a:off x="4253992" y="888842"/>
            <a:ext cx="6268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Popular Tech Stacks (2026):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96B0DD-C531-0302-EFF7-D8CF1C57C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608233"/>
              </p:ext>
            </p:extLst>
          </p:nvPr>
        </p:nvGraphicFramePr>
        <p:xfrm>
          <a:off x="3099816" y="2180257"/>
          <a:ext cx="7123176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464">
                  <a:extLst>
                    <a:ext uri="{9D8B030D-6E8A-4147-A177-3AD203B41FA5}">
                      <a16:colId xmlns:a16="http://schemas.microsoft.com/office/drawing/2014/main" val="841992534"/>
                    </a:ext>
                  </a:extLst>
                </a:gridCol>
                <a:gridCol w="3537712">
                  <a:extLst>
                    <a:ext uri="{9D8B030D-6E8A-4147-A177-3AD203B41FA5}">
                      <a16:colId xmlns:a16="http://schemas.microsoft.com/office/drawing/2014/main" val="3056198059"/>
                    </a:ext>
                  </a:extLst>
                </a:gridCol>
              </a:tblGrid>
              <a:tr h="2752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effectLst/>
                          <a:latin typeface="Google Sans Text"/>
                        </a:rPr>
                        <a:t>Stack Name</a:t>
                      </a:r>
                      <a:endParaRPr lang="en-IN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effectLst/>
                          <a:latin typeface="Google Sans Text"/>
                        </a:rPr>
                        <a:t>Technologies Used</a:t>
                      </a:r>
                      <a:endParaRPr lang="en-IN" sz="28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9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  <a:latin typeface="Google Sans Text"/>
                        </a:rPr>
                        <a:t>MERN</a:t>
                      </a:r>
                      <a:endParaRPr lang="en-IN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Google Sans Text"/>
                        </a:rPr>
                        <a:t>MongoDB, Express.js, </a:t>
                      </a:r>
                      <a:r>
                        <a:rPr lang="en-US" sz="2000" b="1" dirty="0">
                          <a:effectLst/>
                          <a:latin typeface="Google Sans Text"/>
                        </a:rPr>
                        <a:t>React</a:t>
                      </a:r>
                      <a:r>
                        <a:rPr lang="en-US" sz="2000" dirty="0">
                          <a:effectLst/>
                          <a:latin typeface="Google Sans Text"/>
                        </a:rPr>
                        <a:t>, Node.js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80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  <a:latin typeface="Google Sans Text"/>
                        </a:rPr>
                        <a:t>MEAN</a:t>
                      </a:r>
                      <a:endParaRPr lang="en-IN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effectLst/>
                          <a:latin typeface="Google Sans Text"/>
                        </a:rPr>
                        <a:t>MongoDB, Express.js, </a:t>
                      </a:r>
                      <a:r>
                        <a:rPr lang="pt-BR" sz="2000" b="1" dirty="0">
                          <a:effectLst/>
                          <a:latin typeface="Google Sans Text"/>
                        </a:rPr>
                        <a:t>Angular</a:t>
                      </a:r>
                      <a:r>
                        <a:rPr lang="pt-BR" sz="2000" dirty="0">
                          <a:effectLst/>
                          <a:latin typeface="Google Sans Text"/>
                        </a:rPr>
                        <a:t>, Node.js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64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  <a:latin typeface="Google Sans Text"/>
                        </a:rPr>
                        <a:t>LAMP</a:t>
                      </a:r>
                      <a:endParaRPr lang="en-IN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  <a:latin typeface="Google Sans Text"/>
                        </a:rPr>
                        <a:t>Linux, Apache, MySQL, PHP/Python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00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  <a:latin typeface="Google Sans Text"/>
                        </a:rPr>
                        <a:t>Django</a:t>
                      </a:r>
                      <a:endParaRPr lang="en-IN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  <a:latin typeface="Google Sans Text"/>
                        </a:rPr>
                        <a:t>Python, Django, PostgreSQL, 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3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70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7060D-3F69-E490-AB27-8E7C73E62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2" name="Picture 4" descr="Simple background design suitable for PC, PPT and other backgrounds ...">
            <a:extLst>
              <a:ext uri="{FF2B5EF4-FFF2-40B4-BE49-F238E27FC236}">
                <a16:creationId xmlns:a16="http://schemas.microsoft.com/office/drawing/2014/main" id="{AEF02BF3-08DD-AFCC-E4F8-46D21DAED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9287" y="0"/>
            <a:ext cx="12444983" cy="715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F1D447-1ACC-687C-22E5-9AA3F7F62D5C}"/>
              </a:ext>
            </a:extLst>
          </p:cNvPr>
          <p:cNvSpPr txBox="1"/>
          <p:nvPr/>
        </p:nvSpPr>
        <p:spPr>
          <a:xfrm>
            <a:off x="3934206" y="3393577"/>
            <a:ext cx="6295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313EA-83E3-CB69-437F-4A4F87F6E529}"/>
              </a:ext>
            </a:extLst>
          </p:cNvPr>
          <p:cNvSpPr txBox="1"/>
          <p:nvPr/>
        </p:nvSpPr>
        <p:spPr>
          <a:xfrm>
            <a:off x="2964942" y="515583"/>
            <a:ext cx="6295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Applications &amp; Benefits: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32756-68A1-7AB7-FE00-1A7EFFCE19F4}"/>
              </a:ext>
            </a:extLst>
          </p:cNvPr>
          <p:cNvSpPr txBox="1"/>
          <p:nvPr/>
        </p:nvSpPr>
        <p:spPr>
          <a:xfrm>
            <a:off x="2964942" y="1363960"/>
            <a:ext cx="6332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Applications: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AA286D-A683-698A-3429-ED10DEB6CEC2}"/>
              </a:ext>
            </a:extLst>
          </p:cNvPr>
          <p:cNvSpPr txBox="1"/>
          <p:nvPr/>
        </p:nvSpPr>
        <p:spPr>
          <a:xfrm>
            <a:off x="2946654" y="1830281"/>
            <a:ext cx="85656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E-commerce Platforms:</a:t>
            </a:r>
            <a:r>
              <a:rPr lang="en-US" sz="2400" dirty="0"/>
              <a:t> Amazon, Flipkart.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Social Media:</a:t>
            </a:r>
            <a:r>
              <a:rPr lang="en-US" sz="2400" dirty="0"/>
              <a:t> Facebook, Instagram.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SaaS Tools:</a:t>
            </a:r>
            <a:r>
              <a:rPr lang="en-US" sz="2400" dirty="0"/>
              <a:t> Project management dashboards and CRM systems.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02FAA-3765-EE95-B8C0-8962F02FE120}"/>
              </a:ext>
            </a:extLst>
          </p:cNvPr>
          <p:cNvSpPr txBox="1"/>
          <p:nvPr/>
        </p:nvSpPr>
        <p:spPr>
          <a:xfrm>
            <a:off x="2946654" y="3577771"/>
            <a:ext cx="6332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Benefits of Full Stack Development: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38C6F-47B2-F6DA-CEE8-2E48D6923B81}"/>
              </a:ext>
            </a:extLst>
          </p:cNvPr>
          <p:cNvSpPr txBox="1"/>
          <p:nvPr/>
        </p:nvSpPr>
        <p:spPr>
          <a:xfrm>
            <a:off x="2946654" y="4111207"/>
            <a:ext cx="88567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Cost-Effective:</a:t>
            </a:r>
            <a:r>
              <a:rPr lang="en-US" sz="2400" dirty="0"/>
              <a:t> Reduces the need for multiple specialized teams.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Faster Development:</a:t>
            </a:r>
            <a:r>
              <a:rPr lang="en-US" sz="2400" dirty="0"/>
              <a:t> Seamless integration between front-end and back-end leads to quicker deployment.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Versatility:</a:t>
            </a:r>
            <a:r>
              <a:rPr lang="en-US" sz="2400" dirty="0"/>
              <a:t> One developer can handle the entire project lifecycle.</a:t>
            </a:r>
          </a:p>
        </p:txBody>
      </p:sp>
    </p:spTree>
    <p:extLst>
      <p:ext uri="{BB962C8B-B14F-4D97-AF65-F5344CB8AC3E}">
        <p14:creationId xmlns:p14="http://schemas.microsoft.com/office/powerpoint/2010/main" val="1881071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</TotalTime>
  <Words>304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 arasi</dc:creator>
  <cp:lastModifiedBy>Ponn arasi</cp:lastModifiedBy>
  <cp:revision>1</cp:revision>
  <dcterms:created xsi:type="dcterms:W3CDTF">2026-01-28T09:52:17Z</dcterms:created>
  <dcterms:modified xsi:type="dcterms:W3CDTF">2026-01-28T10:36:21Z</dcterms:modified>
</cp:coreProperties>
</file>
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College Name: Coimbatore Institute of Engineering and Technology</a:t>
            </a:r>
          </a:p>
          <a:p>
            <a:r>
              <a:t>Department: Information Technology</a:t>
            </a:r>
          </a:p>
          <a:p>
            <a:r>
              <a:t>Name: Ponnu</a:t>
            </a:r>
          </a:p>
          <a:p>
            <a:r>
              <a:t>Register Number: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 refers to the process of creating websites and web applications.</a:t>
            </a:r>
          </a:p>
          <a:p>
            <a:r>
              <a:t>It includes designing, building, and maintaining websites.</a:t>
            </a:r>
          </a:p>
          <a:p>
            <a:r>
              <a:t>Web development works on the internet using browsers.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Frontend Development – User interface and design</a:t>
            </a:r>
          </a:p>
          <a:p>
            <a:r>
              <a:t>2. Backend Development – Server-side logic and database</a:t>
            </a:r>
          </a:p>
          <a:p>
            <a:r>
              <a:t>3. Full Stack Development – Both frontend and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in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JavaScript, React</a:t>
            </a:r>
          </a:p>
          <a:p>
            <a:r>
              <a:t>Backend: Node.js, Django, PHP</a:t>
            </a:r>
          </a:p>
          <a:p>
            <a:r>
              <a:t>Database: MySQL,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websites</a:t>
            </a:r>
          </a:p>
          <a:p>
            <a:r>
              <a:t>Online learning platforms</a:t>
            </a:r>
          </a:p>
          <a:p>
            <a:r>
              <a:t>Social media websites</a:t>
            </a:r>
          </a:p>
          <a:p>
            <a:r>
              <a:t>College and company websites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
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7" r:id="rId5"/>
    <p:sldId id="259" r:id="rId6"/>
    <p:sldId id="260" r:id="rId7"/>
    <p:sldId id="261" r:id="rId8"/>
    <p:sldId id="262" r:id="rId9"/>
    <p:sldId id="263" r:id="rId10"/>
    <p:sldId id="268" r:id="rId11"/>
    <p:sldId id="264" r:id="rId12"/>
    <p:sldId id="266"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3729D5-F4C2-4BF1-AFBC-B69BDD17C318}" v="116" dt="2026-03-27T14:16:36.7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nn arasi" userId="e61721881f1d6ace" providerId="LiveId" clId="{728DDA36-F453-4441-8EB8-827EFAACBB58}"/>
    <pc:docChg chg="undo custSel addSld delSld modSld">
      <pc:chgData name="Ponn arasi" userId="e61721881f1d6ace" providerId="LiveId" clId="{728DDA36-F453-4441-8EB8-827EFAACBB58}" dt="2026-03-27T14:18:35.373" v="743" actId="1076"/>
      <pc:docMkLst>
        <pc:docMk/>
      </pc:docMkLst>
      <pc:sldChg chg="addSp delSp modSp mod">
        <pc:chgData name="Ponn arasi" userId="e61721881f1d6ace" providerId="LiveId" clId="{728DDA36-F453-4441-8EB8-827EFAACBB58}" dt="2026-03-27T14:13:42.525" v="682" actId="1036"/>
        <pc:sldMkLst>
          <pc:docMk/>
          <pc:sldMk cId="0" sldId="256"/>
        </pc:sldMkLst>
        <pc:spChg chg="add mod">
          <ac:chgData name="Ponn arasi" userId="e61721881f1d6ace" providerId="LiveId" clId="{728DDA36-F453-4441-8EB8-827EFAACBB58}" dt="2026-03-27T14:13:21.161" v="678" actId="1076"/>
          <ac:spMkLst>
            <pc:docMk/>
            <pc:sldMk cId="0" sldId="256"/>
            <ac:spMk id="2" creationId="{20435063-5A2D-A617-D57E-7BD9B908BDF0}"/>
          </ac:spMkLst>
        </pc:spChg>
        <pc:spChg chg="mod">
          <ac:chgData name="Ponn arasi" userId="e61721881f1d6ace" providerId="LiveId" clId="{728DDA36-F453-4441-8EB8-827EFAACBB58}" dt="2026-03-27T13:17:15.090" v="324" actId="207"/>
          <ac:spMkLst>
            <pc:docMk/>
            <pc:sldMk cId="0" sldId="256"/>
            <ac:spMk id="3" creationId="{00000000-0000-0000-0000-000000000000}"/>
          </ac:spMkLst>
        </pc:spChg>
        <pc:spChg chg="add mod">
          <ac:chgData name="Ponn arasi" userId="e61721881f1d6ace" providerId="LiveId" clId="{728DDA36-F453-4441-8EB8-827EFAACBB58}" dt="2026-03-27T14:13:31.303" v="680" actId="20577"/>
          <ac:spMkLst>
            <pc:docMk/>
            <pc:sldMk cId="0" sldId="256"/>
            <ac:spMk id="4" creationId="{C3F84D23-7FCE-D3B7-3901-305E8EF2192C}"/>
          </ac:spMkLst>
        </pc:spChg>
        <pc:picChg chg="add mod">
          <ac:chgData name="Ponn arasi" userId="e61721881f1d6ace" providerId="LiveId" clId="{728DDA36-F453-4441-8EB8-827EFAACBB58}" dt="2026-03-27T14:13:42.525" v="682" actId="1036"/>
          <ac:picMkLst>
            <pc:docMk/>
            <pc:sldMk cId="0" sldId="256"/>
            <ac:picMk id="1026" creationId="{6FD761F1-82E2-2BFE-9987-A529EC852770}"/>
          </ac:picMkLst>
        </pc:picChg>
        <pc:picChg chg="del">
          <ac:chgData name="Ponn arasi" userId="e61721881f1d6ace" providerId="LiveId" clId="{728DDA36-F453-4441-8EB8-827EFAACBB58}" dt="2026-03-27T13:16:29.640" v="317" actId="478"/>
          <ac:picMkLst>
            <pc:docMk/>
            <pc:sldMk cId="0" sldId="256"/>
            <ac:picMk id="1030" creationId="{9B1AC37F-66CF-291F-427A-9E2F9139920F}"/>
          </ac:picMkLst>
        </pc:picChg>
      </pc:sldChg>
      <pc:sldChg chg="addSp delSp modSp mod">
        <pc:chgData name="Ponn arasi" userId="e61721881f1d6ace" providerId="LiveId" clId="{728DDA36-F453-4441-8EB8-827EFAACBB58}" dt="2026-03-27T13:20:45.825" v="360" actId="207"/>
        <pc:sldMkLst>
          <pc:docMk/>
          <pc:sldMk cId="0" sldId="257"/>
        </pc:sldMkLst>
        <pc:spChg chg="mod">
          <ac:chgData name="Ponn arasi" userId="e61721881f1d6ace" providerId="LiveId" clId="{728DDA36-F453-4441-8EB8-827EFAACBB58}" dt="2026-03-27T13:20:43.081" v="359" actId="207"/>
          <ac:spMkLst>
            <pc:docMk/>
            <pc:sldMk cId="0" sldId="257"/>
            <ac:spMk id="2" creationId="{00000000-0000-0000-0000-000000000000}"/>
          </ac:spMkLst>
        </pc:spChg>
        <pc:spChg chg="mod">
          <ac:chgData name="Ponn arasi" userId="e61721881f1d6ace" providerId="LiveId" clId="{728DDA36-F453-4441-8EB8-827EFAACBB58}" dt="2026-03-27T13:20:45.825" v="360" actId="207"/>
          <ac:spMkLst>
            <pc:docMk/>
            <pc:sldMk cId="0" sldId="257"/>
            <ac:spMk id="3" creationId="{00000000-0000-0000-0000-000000000000}"/>
          </ac:spMkLst>
        </pc:spChg>
        <pc:picChg chg="add mod">
          <ac:chgData name="Ponn arasi" userId="e61721881f1d6ace" providerId="LiveId" clId="{728DDA36-F453-4441-8EB8-827EFAACBB58}" dt="2026-03-27T13:20:37.935" v="358" actId="167"/>
          <ac:picMkLst>
            <pc:docMk/>
            <pc:sldMk cId="0" sldId="257"/>
            <ac:picMk id="2050" creationId="{79B27B15-896C-7D22-1526-85A597CD4E73}"/>
          </ac:picMkLst>
        </pc:picChg>
        <pc:picChg chg="del">
          <ac:chgData name="Ponn arasi" userId="e61721881f1d6ace" providerId="LiveId" clId="{728DDA36-F453-4441-8EB8-827EFAACBB58}" dt="2026-03-27T13:18:12.285" v="329" actId="478"/>
          <ac:picMkLst>
            <pc:docMk/>
            <pc:sldMk cId="0" sldId="257"/>
            <ac:picMk id="2052" creationId="{7E3B4C90-0317-0E33-5FB0-07CD9EA1F6C5}"/>
          </ac:picMkLst>
        </pc:picChg>
      </pc:sldChg>
      <pc:sldChg chg="addSp delSp modSp mod">
        <pc:chgData name="Ponn arasi" userId="e61721881f1d6ace" providerId="LiveId" clId="{728DDA36-F453-4441-8EB8-827EFAACBB58}" dt="2026-03-27T13:25:13.811" v="414" actId="1076"/>
        <pc:sldMkLst>
          <pc:docMk/>
          <pc:sldMk cId="0" sldId="258"/>
        </pc:sldMkLst>
        <pc:spChg chg="mod">
          <ac:chgData name="Ponn arasi" userId="e61721881f1d6ace" providerId="LiveId" clId="{728DDA36-F453-4441-8EB8-827EFAACBB58}" dt="2026-03-27T13:21:04.840" v="364" actId="207"/>
          <ac:spMkLst>
            <pc:docMk/>
            <pc:sldMk cId="0" sldId="258"/>
            <ac:spMk id="2" creationId="{00000000-0000-0000-0000-000000000000}"/>
          </ac:spMkLst>
        </pc:spChg>
        <pc:spChg chg="mod">
          <ac:chgData name="Ponn arasi" userId="e61721881f1d6ace" providerId="LiveId" clId="{728DDA36-F453-4441-8EB8-827EFAACBB58}" dt="2026-03-27T13:25:13.811" v="414" actId="1076"/>
          <ac:spMkLst>
            <pc:docMk/>
            <pc:sldMk cId="0" sldId="258"/>
            <ac:spMk id="3" creationId="{00000000-0000-0000-0000-000000000000}"/>
          </ac:spMkLst>
        </pc:spChg>
        <pc:picChg chg="add mod">
          <ac:chgData name="Ponn arasi" userId="e61721881f1d6ace" providerId="LiveId" clId="{728DDA36-F453-4441-8EB8-827EFAACBB58}" dt="2026-03-27T13:20:58.616" v="363" actId="167"/>
          <ac:picMkLst>
            <pc:docMk/>
            <pc:sldMk cId="0" sldId="258"/>
            <ac:picMk id="4" creationId="{6FD3FE7B-693B-8470-2101-F15335431F5D}"/>
          </ac:picMkLst>
        </pc:picChg>
        <pc:picChg chg="del">
          <ac:chgData name="Ponn arasi" userId="e61721881f1d6ace" providerId="LiveId" clId="{728DDA36-F453-4441-8EB8-827EFAACBB58}" dt="2026-03-27T13:18:17.455" v="331" actId="478"/>
          <ac:picMkLst>
            <pc:docMk/>
            <pc:sldMk cId="0" sldId="258"/>
            <ac:picMk id="3074" creationId="{37D271C0-E806-4A87-9655-01D84C1C7989}"/>
          </ac:picMkLst>
        </pc:picChg>
      </pc:sldChg>
      <pc:sldChg chg="addSp delSp modSp mod">
        <pc:chgData name="Ponn arasi" userId="e61721881f1d6ace" providerId="LiveId" clId="{728DDA36-F453-4441-8EB8-827EFAACBB58}" dt="2026-03-27T13:34:00.236" v="479" actId="1076"/>
        <pc:sldMkLst>
          <pc:docMk/>
          <pc:sldMk cId="0" sldId="259"/>
        </pc:sldMkLst>
        <pc:spChg chg="mod">
          <ac:chgData name="Ponn arasi" userId="e61721881f1d6ace" providerId="LiveId" clId="{728DDA36-F453-4441-8EB8-827EFAACBB58}" dt="2026-03-27T13:21:28.309" v="370" actId="207"/>
          <ac:spMkLst>
            <pc:docMk/>
            <pc:sldMk cId="0" sldId="259"/>
            <ac:spMk id="2" creationId="{00000000-0000-0000-0000-000000000000}"/>
          </ac:spMkLst>
        </pc:spChg>
        <pc:spChg chg="mod">
          <ac:chgData name="Ponn arasi" userId="e61721881f1d6ace" providerId="LiveId" clId="{728DDA36-F453-4441-8EB8-827EFAACBB58}" dt="2026-03-27T13:30:51.150" v="451" actId="5793"/>
          <ac:spMkLst>
            <pc:docMk/>
            <pc:sldMk cId="0" sldId="259"/>
            <ac:spMk id="3" creationId="{00000000-0000-0000-0000-000000000000}"/>
          </ac:spMkLst>
        </pc:spChg>
        <pc:spChg chg="mod">
          <ac:chgData name="Ponn arasi" userId="e61721881f1d6ace" providerId="LiveId" clId="{728DDA36-F453-4441-8EB8-827EFAACBB58}" dt="2026-03-27T13:32:13.077" v="469" actId="1076"/>
          <ac:spMkLst>
            <pc:docMk/>
            <pc:sldMk cId="0" sldId="259"/>
            <ac:spMk id="5" creationId="{E884CFB1-F692-E0B6-346C-5AEFA005B91E}"/>
          </ac:spMkLst>
        </pc:spChg>
        <pc:spChg chg="add">
          <ac:chgData name="Ponn arasi" userId="e61721881f1d6ace" providerId="LiveId" clId="{728DDA36-F453-4441-8EB8-827EFAACBB58}" dt="2026-03-27T13:25:59.476" v="418"/>
          <ac:spMkLst>
            <pc:docMk/>
            <pc:sldMk cId="0" sldId="259"/>
            <ac:spMk id="6" creationId="{C68FAFA1-713D-7D44-A1A3-198B81C860C2}"/>
          </ac:spMkLst>
        </pc:spChg>
        <pc:spChg chg="mod">
          <ac:chgData name="Ponn arasi" userId="e61721881f1d6ace" providerId="LiveId" clId="{728DDA36-F453-4441-8EB8-827EFAACBB58}" dt="2026-03-27T13:32:08.873" v="468" actId="1076"/>
          <ac:spMkLst>
            <pc:docMk/>
            <pc:sldMk cId="0" sldId="259"/>
            <ac:spMk id="7" creationId="{4353B277-F8A4-20CE-46AD-2AF274DD7C4C}"/>
          </ac:spMkLst>
        </pc:spChg>
        <pc:spChg chg="add">
          <ac:chgData name="Ponn arasi" userId="e61721881f1d6ace" providerId="LiveId" clId="{728DDA36-F453-4441-8EB8-827EFAACBB58}" dt="2026-03-27T13:26:09.706" v="419"/>
          <ac:spMkLst>
            <pc:docMk/>
            <pc:sldMk cId="0" sldId="259"/>
            <ac:spMk id="8" creationId="{F399E899-6CB2-9433-1CEC-F1C03A12D304}"/>
          </ac:spMkLst>
        </pc:spChg>
        <pc:spChg chg="add">
          <ac:chgData name="Ponn arasi" userId="e61721881f1d6ace" providerId="LiveId" clId="{728DDA36-F453-4441-8EB8-827EFAACBB58}" dt="2026-03-27T13:26:24.880" v="421"/>
          <ac:spMkLst>
            <pc:docMk/>
            <pc:sldMk cId="0" sldId="259"/>
            <ac:spMk id="9" creationId="{B3617020-5E0C-C29A-D43E-099FD9ABA508}"/>
          </ac:spMkLst>
        </pc:spChg>
        <pc:spChg chg="add del mod">
          <ac:chgData name="Ponn arasi" userId="e61721881f1d6ace" providerId="LiveId" clId="{728DDA36-F453-4441-8EB8-827EFAACBB58}" dt="2026-03-27T13:29:59.853" v="439"/>
          <ac:spMkLst>
            <pc:docMk/>
            <pc:sldMk cId="0" sldId="259"/>
            <ac:spMk id="10" creationId="{5B0FF407-1338-676A-E954-854BCB9069ED}"/>
          </ac:spMkLst>
        </pc:spChg>
        <pc:spChg chg="add mod">
          <ac:chgData name="Ponn arasi" userId="e61721881f1d6ace" providerId="LiveId" clId="{728DDA36-F453-4441-8EB8-827EFAACBB58}" dt="2026-03-27T13:31:38.699" v="460" actId="21"/>
          <ac:spMkLst>
            <pc:docMk/>
            <pc:sldMk cId="0" sldId="259"/>
            <ac:spMk id="11" creationId="{459980DB-1F80-0AD9-9EEF-CFA02C9FBDA0}"/>
          </ac:spMkLst>
        </pc:spChg>
        <pc:spChg chg="add del mod">
          <ac:chgData name="Ponn arasi" userId="e61721881f1d6ace" providerId="LiveId" clId="{728DDA36-F453-4441-8EB8-827EFAACBB58}" dt="2026-03-27T13:30:10.971" v="443" actId="478"/>
          <ac:spMkLst>
            <pc:docMk/>
            <pc:sldMk cId="0" sldId="259"/>
            <ac:spMk id="12" creationId="{65B32E0E-9570-4A32-C968-CDB01744475E}"/>
          </ac:spMkLst>
        </pc:spChg>
        <pc:spChg chg="add del">
          <ac:chgData name="Ponn arasi" userId="e61721881f1d6ace" providerId="LiveId" clId="{728DDA36-F453-4441-8EB8-827EFAACBB58}" dt="2026-03-27T13:30:21.176" v="445" actId="478"/>
          <ac:spMkLst>
            <pc:docMk/>
            <pc:sldMk cId="0" sldId="259"/>
            <ac:spMk id="13" creationId="{98F0E14E-0C2F-5D41-C0D2-27E5265BA17A}"/>
          </ac:spMkLst>
        </pc:spChg>
        <pc:spChg chg="add mod">
          <ac:chgData name="Ponn arasi" userId="e61721881f1d6ace" providerId="LiveId" clId="{728DDA36-F453-4441-8EB8-827EFAACBB58}" dt="2026-03-27T13:32:04.275" v="467" actId="14100"/>
          <ac:spMkLst>
            <pc:docMk/>
            <pc:sldMk cId="0" sldId="259"/>
            <ac:spMk id="15" creationId="{0F015CA1-F5B6-6BA6-171D-5B89B8F4D135}"/>
          </ac:spMkLst>
        </pc:spChg>
        <pc:picChg chg="add mod">
          <ac:chgData name="Ponn arasi" userId="e61721881f1d6ace" providerId="LiveId" clId="{728DDA36-F453-4441-8EB8-827EFAACBB58}" dt="2026-03-27T13:21:25.107" v="369" actId="167"/>
          <ac:picMkLst>
            <pc:docMk/>
            <pc:sldMk cId="0" sldId="259"/>
            <ac:picMk id="4" creationId="{5A216F64-F019-1AF5-145B-69BAA5CFECAF}"/>
          </ac:picMkLst>
        </pc:picChg>
        <pc:picChg chg="add mod">
          <ac:chgData name="Ponn arasi" userId="e61721881f1d6ace" providerId="LiveId" clId="{728DDA36-F453-4441-8EB8-827EFAACBB58}" dt="2026-03-27T13:34:00.236" v="479" actId="1076"/>
          <ac:picMkLst>
            <pc:docMk/>
            <pc:sldMk cId="0" sldId="259"/>
            <ac:picMk id="17" creationId="{8374AF90-4026-5A90-F8FA-A0162DBC9545}"/>
          </ac:picMkLst>
        </pc:picChg>
        <pc:picChg chg="del">
          <ac:chgData name="Ponn arasi" userId="e61721881f1d6ace" providerId="LiveId" clId="{728DDA36-F453-4441-8EB8-827EFAACBB58}" dt="2026-03-27T13:18:25.596" v="333" actId="478"/>
          <ac:picMkLst>
            <pc:docMk/>
            <pc:sldMk cId="0" sldId="259"/>
            <ac:picMk id="4098" creationId="{B7563154-0DFA-FB11-51F2-F0D07D1DB95E}"/>
          </ac:picMkLst>
        </pc:picChg>
      </pc:sldChg>
      <pc:sldChg chg="addSp delSp modSp mod">
        <pc:chgData name="Ponn arasi" userId="e61721881f1d6ace" providerId="LiveId" clId="{728DDA36-F453-4441-8EB8-827EFAACBB58}" dt="2026-03-27T13:41:36.116" v="516" actId="14100"/>
        <pc:sldMkLst>
          <pc:docMk/>
          <pc:sldMk cId="0" sldId="260"/>
        </pc:sldMkLst>
        <pc:spChg chg="mod">
          <ac:chgData name="Ponn arasi" userId="e61721881f1d6ace" providerId="LiveId" clId="{728DDA36-F453-4441-8EB8-827EFAACBB58}" dt="2026-03-27T13:37:22.721" v="500" actId="1076"/>
          <ac:spMkLst>
            <pc:docMk/>
            <pc:sldMk cId="0" sldId="260"/>
            <ac:spMk id="2" creationId="{00000000-0000-0000-0000-000000000000}"/>
          </ac:spMkLst>
        </pc:spChg>
        <pc:spChg chg="del mod">
          <ac:chgData name="Ponn arasi" userId="e61721881f1d6ace" providerId="LiveId" clId="{728DDA36-F453-4441-8EB8-827EFAACBB58}" dt="2026-03-27T13:35:13.499" v="480" actId="478"/>
          <ac:spMkLst>
            <pc:docMk/>
            <pc:sldMk cId="0" sldId="260"/>
            <ac:spMk id="3" creationId="{00000000-0000-0000-0000-000000000000}"/>
          </ac:spMkLst>
        </pc:spChg>
        <pc:spChg chg="add del mod">
          <ac:chgData name="Ponn arasi" userId="e61721881f1d6ace" providerId="LiveId" clId="{728DDA36-F453-4441-8EB8-827EFAACBB58}" dt="2026-03-27T13:35:16.725" v="481" actId="478"/>
          <ac:spMkLst>
            <pc:docMk/>
            <pc:sldMk cId="0" sldId="260"/>
            <ac:spMk id="6" creationId="{5090A3E1-07EA-BD8D-D780-35102184B0A2}"/>
          </ac:spMkLst>
        </pc:spChg>
        <pc:spChg chg="add mod">
          <ac:chgData name="Ponn arasi" userId="e61721881f1d6ace" providerId="LiveId" clId="{728DDA36-F453-4441-8EB8-827EFAACBB58}" dt="2026-03-27T13:40:22.554" v="506" actId="1076"/>
          <ac:spMkLst>
            <pc:docMk/>
            <pc:sldMk cId="0" sldId="260"/>
            <ac:spMk id="8" creationId="{B71718B4-314B-F71D-C9CA-87E99CA1C5E9}"/>
          </ac:spMkLst>
        </pc:spChg>
        <pc:spChg chg="add mod">
          <ac:chgData name="Ponn arasi" userId="e61721881f1d6ace" providerId="LiveId" clId="{728DDA36-F453-4441-8EB8-827EFAACBB58}" dt="2026-03-27T13:40:56.006" v="511" actId="1076"/>
          <ac:spMkLst>
            <pc:docMk/>
            <pc:sldMk cId="0" sldId="260"/>
            <ac:spMk id="10" creationId="{F8C7A7B7-F30F-8525-CD1B-5D040AC16636}"/>
          </ac:spMkLst>
        </pc:spChg>
        <pc:picChg chg="add mod">
          <ac:chgData name="Ponn arasi" userId="e61721881f1d6ace" providerId="LiveId" clId="{728DDA36-F453-4441-8EB8-827EFAACBB58}" dt="2026-03-27T13:21:50.644" v="376" actId="167"/>
          <ac:picMkLst>
            <pc:docMk/>
            <pc:sldMk cId="0" sldId="260"/>
            <ac:picMk id="4" creationId="{883C8FD8-E7C0-A85C-D496-4DDD6B3A3C38}"/>
          </ac:picMkLst>
        </pc:picChg>
        <pc:picChg chg="add mod">
          <ac:chgData name="Ponn arasi" userId="e61721881f1d6ace" providerId="LiveId" clId="{728DDA36-F453-4441-8EB8-827EFAACBB58}" dt="2026-03-27T13:41:36.116" v="516" actId="14100"/>
          <ac:picMkLst>
            <pc:docMk/>
            <pc:sldMk cId="0" sldId="260"/>
            <ac:picMk id="12" creationId="{647AC9FB-5975-A04E-6745-815B0A247FC1}"/>
          </ac:picMkLst>
        </pc:picChg>
        <pc:picChg chg="del">
          <ac:chgData name="Ponn arasi" userId="e61721881f1d6ace" providerId="LiveId" clId="{728DDA36-F453-4441-8EB8-827EFAACBB58}" dt="2026-03-27T13:18:31.249" v="335" actId="478"/>
          <ac:picMkLst>
            <pc:docMk/>
            <pc:sldMk cId="0" sldId="260"/>
            <ac:picMk id="5122" creationId="{DC1C2779-19FB-8E0A-5504-31EB149F4E33}"/>
          </ac:picMkLst>
        </pc:picChg>
      </pc:sldChg>
      <pc:sldChg chg="addSp delSp modSp mod">
        <pc:chgData name="Ponn arasi" userId="e61721881f1d6ace" providerId="LiveId" clId="{728DDA36-F453-4441-8EB8-827EFAACBB58}" dt="2026-03-27T13:48:47.045" v="637" actId="1076"/>
        <pc:sldMkLst>
          <pc:docMk/>
          <pc:sldMk cId="0" sldId="261"/>
        </pc:sldMkLst>
        <pc:spChg chg="mod">
          <ac:chgData name="Ponn arasi" userId="e61721881f1d6ace" providerId="LiveId" clId="{728DDA36-F453-4441-8EB8-827EFAACBB58}" dt="2026-03-27T13:22:18.152" v="382" actId="207"/>
          <ac:spMkLst>
            <pc:docMk/>
            <pc:sldMk cId="0" sldId="261"/>
            <ac:spMk id="2" creationId="{00000000-0000-0000-0000-000000000000}"/>
          </ac:spMkLst>
        </pc:spChg>
        <pc:spChg chg="del mod">
          <ac:chgData name="Ponn arasi" userId="e61721881f1d6ace" providerId="LiveId" clId="{728DDA36-F453-4441-8EB8-827EFAACBB58}" dt="2026-03-27T13:45:11.155" v="551" actId="478"/>
          <ac:spMkLst>
            <pc:docMk/>
            <pc:sldMk cId="0" sldId="261"/>
            <ac:spMk id="3" creationId="{00000000-0000-0000-0000-000000000000}"/>
          </ac:spMkLst>
        </pc:spChg>
        <pc:spChg chg="add">
          <ac:chgData name="Ponn arasi" userId="e61721881f1d6ace" providerId="LiveId" clId="{728DDA36-F453-4441-8EB8-827EFAACBB58}" dt="2026-03-27T13:45:12.515" v="552"/>
          <ac:spMkLst>
            <pc:docMk/>
            <pc:sldMk cId="0" sldId="261"/>
            <ac:spMk id="5" creationId="{4DFFA46C-460E-56F8-D69D-034376FC0E0E}"/>
          </ac:spMkLst>
        </pc:spChg>
        <pc:spChg chg="add del mod">
          <ac:chgData name="Ponn arasi" userId="e61721881f1d6ace" providerId="LiveId" clId="{728DDA36-F453-4441-8EB8-827EFAACBB58}" dt="2026-03-27T13:47:12.452" v="617" actId="14100"/>
          <ac:spMkLst>
            <pc:docMk/>
            <pc:sldMk cId="0" sldId="261"/>
            <ac:spMk id="6" creationId="{19E57FDA-FE37-5855-614B-48B04E838D7A}"/>
          </ac:spMkLst>
        </pc:spChg>
        <pc:spChg chg="add">
          <ac:chgData name="Ponn arasi" userId="e61721881f1d6ace" providerId="LiveId" clId="{728DDA36-F453-4441-8EB8-827EFAACBB58}" dt="2026-03-27T13:45:37.711" v="556"/>
          <ac:spMkLst>
            <pc:docMk/>
            <pc:sldMk cId="0" sldId="261"/>
            <ac:spMk id="7" creationId="{B940F8C5-AD3E-DA68-1D6A-50877B829067}"/>
          </ac:spMkLst>
        </pc:spChg>
        <pc:spChg chg="add">
          <ac:chgData name="Ponn arasi" userId="e61721881f1d6ace" providerId="LiveId" clId="{728DDA36-F453-4441-8EB8-827EFAACBB58}" dt="2026-03-27T13:45:55.234" v="557"/>
          <ac:spMkLst>
            <pc:docMk/>
            <pc:sldMk cId="0" sldId="261"/>
            <ac:spMk id="8" creationId="{9E9CA916-6431-A6AB-0353-C0E74EC02158}"/>
          </ac:spMkLst>
        </pc:spChg>
        <pc:spChg chg="add del mod">
          <ac:chgData name="Ponn arasi" userId="e61721881f1d6ace" providerId="LiveId" clId="{728DDA36-F453-4441-8EB8-827EFAACBB58}" dt="2026-03-27T13:47:10.262" v="613" actId="21"/>
          <ac:spMkLst>
            <pc:docMk/>
            <pc:sldMk cId="0" sldId="261"/>
            <ac:spMk id="9" creationId="{82B157E1-4E37-C71B-4BB1-10A68ABF2514}"/>
          </ac:spMkLst>
        </pc:spChg>
        <pc:spChg chg="add del mod">
          <ac:chgData name="Ponn arasi" userId="e61721881f1d6ace" providerId="LiveId" clId="{728DDA36-F453-4441-8EB8-827EFAACBB58}" dt="2026-03-27T13:47:09" v="610" actId="22"/>
          <ac:spMkLst>
            <pc:docMk/>
            <pc:sldMk cId="0" sldId="261"/>
            <ac:spMk id="11" creationId="{EE25BB71-CBDB-471E-F485-DEEA327A6957}"/>
          </ac:spMkLst>
        </pc:spChg>
        <pc:spChg chg="add">
          <ac:chgData name="Ponn arasi" userId="e61721881f1d6ace" providerId="LiveId" clId="{728DDA36-F453-4441-8EB8-827EFAACBB58}" dt="2026-03-27T13:47:26.147" v="618"/>
          <ac:spMkLst>
            <pc:docMk/>
            <pc:sldMk cId="0" sldId="261"/>
            <ac:spMk id="12" creationId="{95BD8B27-AB93-E23F-1151-83885A0E03A4}"/>
          </ac:spMkLst>
        </pc:spChg>
        <pc:spChg chg="add del mod">
          <ac:chgData name="Ponn arasi" userId="e61721881f1d6ace" providerId="LiveId" clId="{728DDA36-F453-4441-8EB8-827EFAACBB58}" dt="2026-03-27T13:47:59.451" v="626"/>
          <ac:spMkLst>
            <pc:docMk/>
            <pc:sldMk cId="0" sldId="261"/>
            <ac:spMk id="13" creationId="{4D2D4920-5847-2010-E997-20B5017676A9}"/>
          </ac:spMkLst>
        </pc:spChg>
        <pc:spChg chg="add del mod">
          <ac:chgData name="Ponn arasi" userId="e61721881f1d6ace" providerId="LiveId" clId="{728DDA36-F453-4441-8EB8-827EFAACBB58}" dt="2026-03-27T13:47:59.449" v="624" actId="478"/>
          <ac:spMkLst>
            <pc:docMk/>
            <pc:sldMk cId="0" sldId="261"/>
            <ac:spMk id="14" creationId="{A09043A2-F797-1E2C-BA6B-2737BD1ADEF9}"/>
          </ac:spMkLst>
        </pc:spChg>
        <pc:spChg chg="add mod">
          <ac:chgData name="Ponn arasi" userId="e61721881f1d6ace" providerId="LiveId" clId="{728DDA36-F453-4441-8EB8-827EFAACBB58}" dt="2026-03-27T13:48:47.045" v="637" actId="1076"/>
          <ac:spMkLst>
            <pc:docMk/>
            <pc:sldMk cId="0" sldId="261"/>
            <ac:spMk id="16" creationId="{6E486FC2-7703-75F8-4093-AF6A579E9BC7}"/>
          </ac:spMkLst>
        </pc:spChg>
        <pc:picChg chg="add mod">
          <ac:chgData name="Ponn arasi" userId="e61721881f1d6ace" providerId="LiveId" clId="{728DDA36-F453-4441-8EB8-827EFAACBB58}" dt="2026-03-27T13:22:13.203" v="381" actId="167"/>
          <ac:picMkLst>
            <pc:docMk/>
            <pc:sldMk cId="0" sldId="261"/>
            <ac:picMk id="4" creationId="{0889B6CC-2E62-26B5-A4BD-108E90AD775B}"/>
          </ac:picMkLst>
        </pc:picChg>
        <pc:picChg chg="del">
          <ac:chgData name="Ponn arasi" userId="e61721881f1d6ace" providerId="LiveId" clId="{728DDA36-F453-4441-8EB8-827EFAACBB58}" dt="2026-03-27T13:18:37.353" v="337" actId="478"/>
          <ac:picMkLst>
            <pc:docMk/>
            <pc:sldMk cId="0" sldId="261"/>
            <ac:picMk id="6146" creationId="{36259AC2-6D56-71F6-8FF8-788B6F0746E1}"/>
          </ac:picMkLst>
        </pc:picChg>
      </pc:sldChg>
      <pc:sldChg chg="addSp delSp modSp mod">
        <pc:chgData name="Ponn arasi" userId="e61721881f1d6ace" providerId="LiveId" clId="{728DDA36-F453-4441-8EB8-827EFAACBB58}" dt="2026-03-27T13:54:01.828" v="669" actId="1440"/>
        <pc:sldMkLst>
          <pc:docMk/>
          <pc:sldMk cId="0" sldId="262"/>
        </pc:sldMkLst>
        <pc:spChg chg="mod">
          <ac:chgData name="Ponn arasi" userId="e61721881f1d6ace" providerId="LiveId" clId="{728DDA36-F453-4441-8EB8-827EFAACBB58}" dt="2026-03-27T13:51:56.714" v="646" actId="1076"/>
          <ac:spMkLst>
            <pc:docMk/>
            <pc:sldMk cId="0" sldId="262"/>
            <ac:spMk id="2" creationId="{00000000-0000-0000-0000-000000000000}"/>
          </ac:spMkLst>
        </pc:spChg>
        <pc:spChg chg="mod">
          <ac:chgData name="Ponn arasi" userId="e61721881f1d6ace" providerId="LiveId" clId="{728DDA36-F453-4441-8EB8-827EFAACBB58}" dt="2026-03-27T13:53:41.739" v="665" actId="20577"/>
          <ac:spMkLst>
            <pc:docMk/>
            <pc:sldMk cId="0" sldId="262"/>
            <ac:spMk id="3" creationId="{00000000-0000-0000-0000-000000000000}"/>
          </ac:spMkLst>
        </pc:spChg>
        <pc:spChg chg="add mod">
          <ac:chgData name="Ponn arasi" userId="e61721881f1d6ace" providerId="LiveId" clId="{728DDA36-F453-4441-8EB8-827EFAACBB58}" dt="2026-03-27T13:53:46.359" v="667" actId="20577"/>
          <ac:spMkLst>
            <pc:docMk/>
            <pc:sldMk cId="0" sldId="262"/>
            <ac:spMk id="8" creationId="{624F0A07-D04F-929E-ADBA-F6442EF18ECA}"/>
          </ac:spMkLst>
        </pc:spChg>
        <pc:picChg chg="add mod">
          <ac:chgData name="Ponn arasi" userId="e61721881f1d6ace" providerId="LiveId" clId="{728DDA36-F453-4441-8EB8-827EFAACBB58}" dt="2026-03-27T13:22:36.701" v="386" actId="167"/>
          <ac:picMkLst>
            <pc:docMk/>
            <pc:sldMk cId="0" sldId="262"/>
            <ac:picMk id="4" creationId="{C79CDD82-61AB-9985-E23D-5B1D67C9B8F9}"/>
          </ac:picMkLst>
        </pc:picChg>
        <pc:picChg chg="add mod">
          <ac:chgData name="Ponn arasi" userId="e61721881f1d6ace" providerId="LiveId" clId="{728DDA36-F453-4441-8EB8-827EFAACBB58}" dt="2026-03-27T13:54:01.828" v="669" actId="1440"/>
          <ac:picMkLst>
            <pc:docMk/>
            <pc:sldMk cId="0" sldId="262"/>
            <ac:picMk id="6" creationId="{38B325C2-C1EA-CAAF-D7CE-D00A00083B29}"/>
          </ac:picMkLst>
        </pc:picChg>
        <pc:picChg chg="del">
          <ac:chgData name="Ponn arasi" userId="e61721881f1d6ace" providerId="LiveId" clId="{728DDA36-F453-4441-8EB8-827EFAACBB58}" dt="2026-03-27T13:18:42.257" v="339" actId="478"/>
          <ac:picMkLst>
            <pc:docMk/>
            <pc:sldMk cId="0" sldId="262"/>
            <ac:picMk id="7170" creationId="{4167F745-A644-A263-FC13-34031129636C}"/>
          </ac:picMkLst>
        </pc:picChg>
      </pc:sldChg>
      <pc:sldChg chg="addSp delSp modSp mod">
        <pc:chgData name="Ponn arasi" userId="e61721881f1d6ace" providerId="LiveId" clId="{728DDA36-F453-4441-8EB8-827EFAACBB58}" dt="2026-03-27T14:12:49.599" v="676" actId="11529"/>
        <pc:sldMkLst>
          <pc:docMk/>
          <pc:sldMk cId="0" sldId="263"/>
        </pc:sldMkLst>
        <pc:spChg chg="mod">
          <ac:chgData name="Ponn arasi" userId="e61721881f1d6ace" providerId="LiveId" clId="{728DDA36-F453-4441-8EB8-827EFAACBB58}" dt="2026-03-27T13:23:01.570" v="392" actId="207"/>
          <ac:spMkLst>
            <pc:docMk/>
            <pc:sldMk cId="0" sldId="263"/>
            <ac:spMk id="2" creationId="{00000000-0000-0000-0000-000000000000}"/>
          </ac:spMkLst>
        </pc:spChg>
        <pc:spChg chg="mod">
          <ac:chgData name="Ponn arasi" userId="e61721881f1d6ace" providerId="LiveId" clId="{728DDA36-F453-4441-8EB8-827EFAACBB58}" dt="2026-03-27T13:23:04.853" v="393" actId="207"/>
          <ac:spMkLst>
            <pc:docMk/>
            <pc:sldMk cId="0" sldId="263"/>
            <ac:spMk id="3" creationId="{00000000-0000-0000-0000-000000000000}"/>
          </ac:spMkLst>
        </pc:spChg>
        <pc:spChg chg="mod">
          <ac:chgData name="Ponn arasi" userId="e61721881f1d6ace" providerId="LiveId" clId="{728DDA36-F453-4441-8EB8-827EFAACBB58}" dt="2026-03-27T13:23:10.257" v="394" actId="207"/>
          <ac:spMkLst>
            <pc:docMk/>
            <pc:sldMk cId="0" sldId="263"/>
            <ac:spMk id="5" creationId="{867889FF-016E-C869-BC9C-2F5B20DF2BE4}"/>
          </ac:spMkLst>
        </pc:spChg>
        <pc:spChg chg="add del">
          <ac:chgData name="Ponn arasi" userId="e61721881f1d6ace" providerId="LiveId" clId="{728DDA36-F453-4441-8EB8-827EFAACBB58}" dt="2026-03-27T14:11:43.101" v="671" actId="478"/>
          <ac:spMkLst>
            <pc:docMk/>
            <pc:sldMk cId="0" sldId="263"/>
            <ac:spMk id="6" creationId="{A082A9C6-1E14-B685-AC3F-701A44523F71}"/>
          </ac:spMkLst>
        </pc:spChg>
        <pc:spChg chg="add">
          <ac:chgData name="Ponn arasi" userId="e61721881f1d6ace" providerId="LiveId" clId="{728DDA36-F453-4441-8EB8-827EFAACBB58}" dt="2026-03-27T14:12:49.599" v="676" actId="11529"/>
          <ac:spMkLst>
            <pc:docMk/>
            <pc:sldMk cId="0" sldId="263"/>
            <ac:spMk id="9" creationId="{7DBBD30C-AB48-72CC-8F1B-E62C5E3C98D7}"/>
          </ac:spMkLst>
        </pc:spChg>
        <pc:picChg chg="add mod">
          <ac:chgData name="Ponn arasi" userId="e61721881f1d6ace" providerId="LiveId" clId="{728DDA36-F453-4441-8EB8-827EFAACBB58}" dt="2026-03-27T13:22:56.039" v="391" actId="167"/>
          <ac:picMkLst>
            <pc:docMk/>
            <pc:sldMk cId="0" sldId="263"/>
            <ac:picMk id="4" creationId="{45268B1D-2BE2-5A67-2A7D-2066FA70D190}"/>
          </ac:picMkLst>
        </pc:picChg>
        <pc:picChg chg="add mod">
          <ac:chgData name="Ponn arasi" userId="e61721881f1d6ace" providerId="LiveId" clId="{728DDA36-F453-4441-8EB8-827EFAACBB58}" dt="2026-03-27T14:12:30.030" v="675" actId="14100"/>
          <ac:picMkLst>
            <pc:docMk/>
            <pc:sldMk cId="0" sldId="263"/>
            <ac:picMk id="8" creationId="{802C81E2-3328-6F27-2356-D0D619D62669}"/>
          </ac:picMkLst>
        </pc:picChg>
        <pc:picChg chg="del">
          <ac:chgData name="Ponn arasi" userId="e61721881f1d6ace" providerId="LiveId" clId="{728DDA36-F453-4441-8EB8-827EFAACBB58}" dt="2026-03-27T13:18:49.788" v="341" actId="478"/>
          <ac:picMkLst>
            <pc:docMk/>
            <pc:sldMk cId="0" sldId="263"/>
            <ac:picMk id="8194" creationId="{AE42C539-A545-9067-B63C-2CF6121424CC}"/>
          </ac:picMkLst>
        </pc:picChg>
      </pc:sldChg>
      <pc:sldChg chg="addSp delSp modSp mod">
        <pc:chgData name="Ponn arasi" userId="e61721881f1d6ace" providerId="LiveId" clId="{728DDA36-F453-4441-8EB8-827EFAACBB58}" dt="2026-03-27T13:23:33.169" v="399" actId="207"/>
        <pc:sldMkLst>
          <pc:docMk/>
          <pc:sldMk cId="0" sldId="264"/>
        </pc:sldMkLst>
        <pc:spChg chg="mod">
          <ac:chgData name="Ponn arasi" userId="e61721881f1d6ace" providerId="LiveId" clId="{728DDA36-F453-4441-8EB8-827EFAACBB58}" dt="2026-03-27T13:23:29.472" v="398" actId="207"/>
          <ac:spMkLst>
            <pc:docMk/>
            <pc:sldMk cId="0" sldId="264"/>
            <ac:spMk id="2" creationId="{00000000-0000-0000-0000-000000000000}"/>
          </ac:spMkLst>
        </pc:spChg>
        <pc:spChg chg="mod">
          <ac:chgData name="Ponn arasi" userId="e61721881f1d6ace" providerId="LiveId" clId="{728DDA36-F453-4441-8EB8-827EFAACBB58}" dt="2026-03-27T13:23:33.169" v="399" actId="207"/>
          <ac:spMkLst>
            <pc:docMk/>
            <pc:sldMk cId="0" sldId="264"/>
            <ac:spMk id="3" creationId="{00000000-0000-0000-0000-000000000000}"/>
          </ac:spMkLst>
        </pc:spChg>
        <pc:picChg chg="add mod">
          <ac:chgData name="Ponn arasi" userId="e61721881f1d6ace" providerId="LiveId" clId="{728DDA36-F453-4441-8EB8-827EFAACBB58}" dt="2026-03-27T13:23:23.040" v="397" actId="167"/>
          <ac:picMkLst>
            <pc:docMk/>
            <pc:sldMk cId="0" sldId="264"/>
            <ac:picMk id="4" creationId="{B0204E77-E029-E90F-0924-6E7109437ED0}"/>
          </ac:picMkLst>
        </pc:picChg>
        <pc:picChg chg="del">
          <ac:chgData name="Ponn arasi" userId="e61721881f1d6ace" providerId="LiveId" clId="{728DDA36-F453-4441-8EB8-827EFAACBB58}" dt="2026-03-27T13:18:54.944" v="343" actId="478"/>
          <ac:picMkLst>
            <pc:docMk/>
            <pc:sldMk cId="0" sldId="264"/>
            <ac:picMk id="9218" creationId="{EC02F753-5E62-55E7-DC93-C955E3C9D537}"/>
          </ac:picMkLst>
        </pc:picChg>
      </pc:sldChg>
      <pc:sldChg chg="addSp delSp modSp del mod">
        <pc:chgData name="Ponn arasi" userId="e61721881f1d6ace" providerId="LiveId" clId="{728DDA36-F453-4441-8EB8-827EFAACBB58}" dt="2026-03-27T14:13:11.083" v="677" actId="47"/>
        <pc:sldMkLst>
          <pc:docMk/>
          <pc:sldMk cId="0" sldId="265"/>
        </pc:sldMkLst>
        <pc:spChg chg="mod">
          <ac:chgData name="Ponn arasi" userId="e61721881f1d6ace" providerId="LiveId" clId="{728DDA36-F453-4441-8EB8-827EFAACBB58}" dt="2026-03-27T13:23:50.380" v="403" actId="207"/>
          <ac:spMkLst>
            <pc:docMk/>
            <pc:sldMk cId="0" sldId="265"/>
            <ac:spMk id="2" creationId="{00000000-0000-0000-0000-000000000000}"/>
          </ac:spMkLst>
        </pc:spChg>
        <pc:spChg chg="mod">
          <ac:chgData name="Ponn arasi" userId="e61721881f1d6ace" providerId="LiveId" clId="{728DDA36-F453-4441-8EB8-827EFAACBB58}" dt="2026-03-27T13:23:53.938" v="404" actId="207"/>
          <ac:spMkLst>
            <pc:docMk/>
            <pc:sldMk cId="0" sldId="265"/>
            <ac:spMk id="3" creationId="{00000000-0000-0000-0000-000000000000}"/>
          </ac:spMkLst>
        </pc:spChg>
        <pc:spChg chg="mod">
          <ac:chgData name="Ponn arasi" userId="e61721881f1d6ace" providerId="LiveId" clId="{728DDA36-F453-4441-8EB8-827EFAACBB58}" dt="2026-03-27T13:24:04.042" v="407" actId="207"/>
          <ac:spMkLst>
            <pc:docMk/>
            <pc:sldMk cId="0" sldId="265"/>
            <ac:spMk id="5" creationId="{D19ADDB2-1C51-D27D-3AB3-0CB5C12E26AF}"/>
          </ac:spMkLst>
        </pc:spChg>
        <pc:spChg chg="mod">
          <ac:chgData name="Ponn arasi" userId="e61721881f1d6ace" providerId="LiveId" clId="{728DDA36-F453-4441-8EB8-827EFAACBB58}" dt="2026-03-27T13:23:57.832" v="405" actId="207"/>
          <ac:spMkLst>
            <pc:docMk/>
            <pc:sldMk cId="0" sldId="265"/>
            <ac:spMk id="7" creationId="{7F13599B-E4F8-0B50-533C-4616BA358A32}"/>
          </ac:spMkLst>
        </pc:spChg>
        <pc:spChg chg="mod">
          <ac:chgData name="Ponn arasi" userId="e61721881f1d6ace" providerId="LiveId" clId="{728DDA36-F453-4441-8EB8-827EFAACBB58}" dt="2026-03-27T13:24:01.170" v="406" actId="207"/>
          <ac:spMkLst>
            <pc:docMk/>
            <pc:sldMk cId="0" sldId="265"/>
            <ac:spMk id="9" creationId="{AE97CB33-F9DE-E5FE-8207-4B306644F5A7}"/>
          </ac:spMkLst>
        </pc:spChg>
        <pc:picChg chg="add mod">
          <ac:chgData name="Ponn arasi" userId="e61721881f1d6ace" providerId="LiveId" clId="{728DDA36-F453-4441-8EB8-827EFAACBB58}" dt="2026-03-27T13:23:46.863" v="402" actId="167"/>
          <ac:picMkLst>
            <pc:docMk/>
            <pc:sldMk cId="0" sldId="265"/>
            <ac:picMk id="4" creationId="{97345DFC-A124-6390-A31E-4E21E859C12F}"/>
          </ac:picMkLst>
        </pc:picChg>
        <pc:picChg chg="del">
          <ac:chgData name="Ponn arasi" userId="e61721881f1d6ace" providerId="LiveId" clId="{728DDA36-F453-4441-8EB8-827EFAACBB58}" dt="2026-03-27T13:19:00.357" v="345" actId="478"/>
          <ac:picMkLst>
            <pc:docMk/>
            <pc:sldMk cId="0" sldId="265"/>
            <ac:picMk id="10242" creationId="{CD55B4BE-E768-8D38-7117-D7AFD2E70B56}"/>
          </ac:picMkLst>
        </pc:picChg>
      </pc:sldChg>
      <pc:sldChg chg="addSp delSp modSp mod">
        <pc:chgData name="Ponn arasi" userId="e61721881f1d6ace" providerId="LiveId" clId="{728DDA36-F453-4441-8EB8-827EFAACBB58}" dt="2026-03-27T13:19:25.192" v="352" actId="207"/>
        <pc:sldMkLst>
          <pc:docMk/>
          <pc:sldMk cId="0" sldId="266"/>
        </pc:sldMkLst>
        <pc:spChg chg="mod">
          <ac:chgData name="Ponn arasi" userId="e61721881f1d6ace" providerId="LiveId" clId="{728DDA36-F453-4441-8EB8-827EFAACBB58}" dt="2026-03-27T13:19:25.192" v="352" actId="207"/>
          <ac:spMkLst>
            <pc:docMk/>
            <pc:sldMk cId="0" sldId="266"/>
            <ac:spMk id="2" creationId="{00000000-0000-0000-0000-000000000000}"/>
          </ac:spMkLst>
        </pc:spChg>
        <pc:picChg chg="add mod">
          <ac:chgData name="Ponn arasi" userId="e61721881f1d6ace" providerId="LiveId" clId="{728DDA36-F453-4441-8EB8-827EFAACBB58}" dt="2026-03-27T13:19:16.968" v="351" actId="167"/>
          <ac:picMkLst>
            <pc:docMk/>
            <pc:sldMk cId="0" sldId="266"/>
            <ac:picMk id="3" creationId="{2DBB9F6A-3A5D-368D-DC49-95695926481D}"/>
          </ac:picMkLst>
        </pc:picChg>
        <pc:picChg chg="del">
          <ac:chgData name="Ponn arasi" userId="e61721881f1d6ace" providerId="LiveId" clId="{728DDA36-F453-4441-8EB8-827EFAACBB58}" dt="2026-03-27T13:19:05.200" v="347" actId="478"/>
          <ac:picMkLst>
            <pc:docMk/>
            <pc:sldMk cId="0" sldId="266"/>
            <ac:picMk id="11266" creationId="{885FB619-211C-A7AE-4AA2-95C37D102345}"/>
          </ac:picMkLst>
        </pc:picChg>
      </pc:sldChg>
      <pc:sldChg chg="addSp delSp modSp new mod">
        <pc:chgData name="Ponn arasi" userId="e61721881f1d6ace" providerId="LiveId" clId="{728DDA36-F453-4441-8EB8-827EFAACBB58}" dt="2026-03-27T13:43:54.034" v="549" actId="123"/>
        <pc:sldMkLst>
          <pc:docMk/>
          <pc:sldMk cId="1248912903" sldId="267"/>
        </pc:sldMkLst>
        <pc:spChg chg="del">
          <ac:chgData name="Ponn arasi" userId="e61721881f1d6ace" providerId="LiveId" clId="{728DDA36-F453-4441-8EB8-827EFAACBB58}" dt="2026-03-27T13:41:56.004" v="518" actId="478"/>
          <ac:spMkLst>
            <pc:docMk/>
            <pc:sldMk cId="1248912903" sldId="267"/>
            <ac:spMk id="2" creationId="{918E2912-1E1E-D3E3-FC78-89E02145ED52}"/>
          </ac:spMkLst>
        </pc:spChg>
        <pc:spChg chg="del">
          <ac:chgData name="Ponn arasi" userId="e61721881f1d6ace" providerId="LiveId" clId="{728DDA36-F453-4441-8EB8-827EFAACBB58}" dt="2026-03-27T13:41:58.951" v="519" actId="478"/>
          <ac:spMkLst>
            <pc:docMk/>
            <pc:sldMk cId="1248912903" sldId="267"/>
            <ac:spMk id="3" creationId="{C46F8329-2861-A408-7356-6A85BB1F089D}"/>
          </ac:spMkLst>
        </pc:spChg>
        <pc:spChg chg="add mod">
          <ac:chgData name="Ponn arasi" userId="e61721881f1d6ace" providerId="LiveId" clId="{728DDA36-F453-4441-8EB8-827EFAACBB58}" dt="2026-03-27T13:43:19.128" v="530" actId="1076"/>
          <ac:spMkLst>
            <pc:docMk/>
            <pc:sldMk cId="1248912903" sldId="267"/>
            <ac:spMk id="5" creationId="{26865DA0-1F19-6180-B959-C8674ED051EA}"/>
          </ac:spMkLst>
        </pc:spChg>
        <pc:spChg chg="add mod">
          <ac:chgData name="Ponn arasi" userId="e61721881f1d6ace" providerId="LiveId" clId="{728DDA36-F453-4441-8EB8-827EFAACBB58}" dt="2026-03-27T13:43:54.034" v="549" actId="123"/>
          <ac:spMkLst>
            <pc:docMk/>
            <pc:sldMk cId="1248912903" sldId="267"/>
            <ac:spMk id="7" creationId="{B26DD1AB-F71C-8D1C-BC69-8BE760547FBA}"/>
          </ac:spMkLst>
        </pc:spChg>
        <pc:picChg chg="add mod">
          <ac:chgData name="Ponn arasi" userId="e61721881f1d6ace" providerId="LiveId" clId="{728DDA36-F453-4441-8EB8-827EFAACBB58}" dt="2026-03-27T13:42:13.495" v="522" actId="14100"/>
          <ac:picMkLst>
            <pc:docMk/>
            <pc:sldMk cId="1248912903" sldId="267"/>
            <ac:picMk id="12290" creationId="{A79185C0-4540-2445-C265-7EFA015642CA}"/>
          </ac:picMkLst>
        </pc:picChg>
      </pc:sldChg>
      <pc:sldChg chg="addSp delSp modSp new mod">
        <pc:chgData name="Ponn arasi" userId="e61721881f1d6ace" providerId="LiveId" clId="{728DDA36-F453-4441-8EB8-827EFAACBB58}" dt="2026-03-27T14:18:35.373" v="743" actId="1076"/>
        <pc:sldMkLst>
          <pc:docMk/>
          <pc:sldMk cId="1878367513" sldId="268"/>
        </pc:sldMkLst>
        <pc:spChg chg="del">
          <ac:chgData name="Ponn arasi" userId="e61721881f1d6ace" providerId="LiveId" clId="{728DDA36-F453-4441-8EB8-827EFAACBB58}" dt="2026-03-27T14:14:12.813" v="684" actId="478"/>
          <ac:spMkLst>
            <pc:docMk/>
            <pc:sldMk cId="1878367513" sldId="268"/>
            <ac:spMk id="2" creationId="{E3120703-5AEA-EA0C-1EA1-0BADE1523E15}"/>
          </ac:spMkLst>
        </pc:spChg>
        <pc:spChg chg="del">
          <ac:chgData name="Ponn arasi" userId="e61721881f1d6ace" providerId="LiveId" clId="{728DDA36-F453-4441-8EB8-827EFAACBB58}" dt="2026-03-27T14:14:14.818" v="685" actId="478"/>
          <ac:spMkLst>
            <pc:docMk/>
            <pc:sldMk cId="1878367513" sldId="268"/>
            <ac:spMk id="3" creationId="{D1A5CEC7-16CC-AB5E-37AF-EA890362B9C8}"/>
          </ac:spMkLst>
        </pc:spChg>
        <pc:spChg chg="add mod">
          <ac:chgData name="Ponn arasi" userId="e61721881f1d6ace" providerId="LiveId" clId="{728DDA36-F453-4441-8EB8-827EFAACBB58}" dt="2026-03-27T14:18:35.373" v="743" actId="1076"/>
          <ac:spMkLst>
            <pc:docMk/>
            <pc:sldMk cId="1878367513" sldId="268"/>
            <ac:spMk id="6" creationId="{E6F47AAA-E851-6381-0011-86925F1A5D19}"/>
          </ac:spMkLst>
        </pc:spChg>
        <pc:spChg chg="add mod">
          <ac:chgData name="Ponn arasi" userId="e61721881f1d6ace" providerId="LiveId" clId="{728DDA36-F453-4441-8EB8-827EFAACBB58}" dt="2026-03-27T14:18:29.170" v="742" actId="12"/>
          <ac:spMkLst>
            <pc:docMk/>
            <pc:sldMk cId="1878367513" sldId="268"/>
            <ac:spMk id="7" creationId="{185A38A9-179C-CD4E-10BD-634024DADF1A}"/>
          </ac:spMkLst>
        </pc:spChg>
        <pc:spChg chg="add del mod">
          <ac:chgData name="Ponn arasi" userId="e61721881f1d6ace" providerId="LiveId" clId="{728DDA36-F453-4441-8EB8-827EFAACBB58}" dt="2026-03-27T14:17:06.091" v="707"/>
          <ac:spMkLst>
            <pc:docMk/>
            <pc:sldMk cId="1878367513" sldId="268"/>
            <ac:spMk id="8" creationId="{7C041BDD-C596-294B-4525-590A2051C502}"/>
          </ac:spMkLst>
        </pc:spChg>
        <pc:spChg chg="add del mod">
          <ac:chgData name="Ponn arasi" userId="e61721881f1d6ace" providerId="LiveId" clId="{728DDA36-F453-4441-8EB8-827EFAACBB58}" dt="2026-03-27T14:17:59.391" v="733" actId="22"/>
          <ac:spMkLst>
            <pc:docMk/>
            <pc:sldMk cId="1878367513" sldId="268"/>
            <ac:spMk id="10" creationId="{D501D9C8-D8A1-380A-178C-8DFD66608CAB}"/>
          </ac:spMkLst>
        </pc:spChg>
        <pc:picChg chg="add mod">
          <ac:chgData name="Ponn arasi" userId="e61721881f1d6ace" providerId="LiveId" clId="{728DDA36-F453-4441-8EB8-827EFAACBB58}" dt="2026-03-27T14:14:23.521" v="688" actId="962"/>
          <ac:picMkLst>
            <pc:docMk/>
            <pc:sldMk cId="1878367513" sldId="268"/>
            <ac:picMk id="4" creationId="{CDD178EA-8680-0CFF-758D-F37876390BFB}"/>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ree Professional Background PowerPoint Template">
            <a:extLst>
              <a:ext uri="{FF2B5EF4-FFF2-40B4-BE49-F238E27FC236}">
                <a16:creationId xmlns:a16="http://schemas.microsoft.com/office/drawing/2014/main" id="{6FD761F1-82E2-2BFE-9987-A529EC8527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664"/>
            <a:ext cx="9144000" cy="685799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545690" y="1596513"/>
            <a:ext cx="8229600" cy="1457632"/>
          </a:xfrm>
        </p:spPr>
        <p:txBody>
          <a:bodyPr/>
          <a:lstStyle/>
          <a:p>
            <a:pPr marL="0" indent="0" algn="ctr">
              <a:buNone/>
            </a:pPr>
            <a:r>
              <a:rPr b="1" i="1" dirty="0"/>
              <a:t>Students Avoid Missed Submissions Through Organized Assignment Notifications</a:t>
            </a:r>
          </a:p>
        </p:txBody>
      </p:sp>
      <p:sp>
        <p:nvSpPr>
          <p:cNvPr id="2" name="TextBox 1">
            <a:extLst>
              <a:ext uri="{FF2B5EF4-FFF2-40B4-BE49-F238E27FC236}">
                <a16:creationId xmlns:a16="http://schemas.microsoft.com/office/drawing/2014/main" id="{20435063-5A2D-A617-D57E-7BD9B908BDF0}"/>
              </a:ext>
            </a:extLst>
          </p:cNvPr>
          <p:cNvSpPr txBox="1"/>
          <p:nvPr/>
        </p:nvSpPr>
        <p:spPr>
          <a:xfrm>
            <a:off x="4572000" y="3966694"/>
            <a:ext cx="4660491" cy="461665"/>
          </a:xfrm>
          <a:prstGeom prst="rect">
            <a:avLst/>
          </a:prstGeom>
          <a:noFill/>
        </p:spPr>
        <p:txBody>
          <a:bodyPr wrap="square" rtlCol="0">
            <a:spAutoFit/>
          </a:bodyPr>
          <a:lstStyle/>
          <a:p>
            <a:r>
              <a:rPr lang="en-US" sz="2400" b="1" dirty="0"/>
              <a:t>Mentor</a:t>
            </a:r>
            <a:r>
              <a:rPr lang="en-US" b="1" dirty="0"/>
              <a:t>: </a:t>
            </a:r>
            <a:r>
              <a:rPr lang="en-US" sz="2000" b="1" dirty="0" err="1"/>
              <a:t>N.Mithraa</a:t>
            </a:r>
            <a:r>
              <a:rPr lang="en-US" sz="2000" b="1" dirty="0"/>
              <a:t>(Assistant professor)</a:t>
            </a:r>
            <a:endParaRPr lang="en-IN" sz="2000" b="1" dirty="0"/>
          </a:p>
        </p:txBody>
      </p:sp>
      <p:sp>
        <p:nvSpPr>
          <p:cNvPr id="4" name="TextBox 3">
            <a:extLst>
              <a:ext uri="{FF2B5EF4-FFF2-40B4-BE49-F238E27FC236}">
                <a16:creationId xmlns:a16="http://schemas.microsoft.com/office/drawing/2014/main" id="{C3F84D23-7FCE-D3B7-3901-305E8EF2192C}"/>
              </a:ext>
            </a:extLst>
          </p:cNvPr>
          <p:cNvSpPr txBox="1"/>
          <p:nvPr/>
        </p:nvSpPr>
        <p:spPr>
          <a:xfrm>
            <a:off x="4660490" y="4522823"/>
            <a:ext cx="4286865" cy="1754326"/>
          </a:xfrm>
          <a:prstGeom prst="rect">
            <a:avLst/>
          </a:prstGeom>
          <a:noFill/>
        </p:spPr>
        <p:txBody>
          <a:bodyPr wrap="square" rtlCol="0">
            <a:spAutoFit/>
          </a:bodyPr>
          <a:lstStyle/>
          <a:p>
            <a:r>
              <a:rPr lang="en-US" b="1" dirty="0"/>
              <a:t>Batch – 5</a:t>
            </a:r>
          </a:p>
          <a:p>
            <a:endParaRPr lang="en-US" b="1" dirty="0"/>
          </a:p>
          <a:p>
            <a:r>
              <a:rPr lang="en-US" b="1" dirty="0" err="1"/>
              <a:t>R.Dharnish</a:t>
            </a:r>
            <a:r>
              <a:rPr lang="en-US" b="1" dirty="0"/>
              <a:t> (</a:t>
            </a:r>
            <a:r>
              <a:rPr lang="en-US" dirty="0"/>
              <a:t>71052307009)</a:t>
            </a:r>
          </a:p>
          <a:p>
            <a:r>
              <a:rPr lang="en-US" b="1" dirty="0" err="1"/>
              <a:t>A.Mohamed</a:t>
            </a:r>
            <a:r>
              <a:rPr lang="en-US" b="1" dirty="0"/>
              <a:t> Wasim </a:t>
            </a:r>
            <a:r>
              <a:rPr lang="en-US" dirty="0"/>
              <a:t>(71052307023)</a:t>
            </a:r>
          </a:p>
          <a:p>
            <a:r>
              <a:rPr lang="en-US" b="1" dirty="0" err="1"/>
              <a:t>P.Nithya</a:t>
            </a:r>
            <a:r>
              <a:rPr lang="en-US" b="1" dirty="0"/>
              <a:t> </a:t>
            </a:r>
            <a:r>
              <a:rPr lang="en-US" dirty="0"/>
              <a:t>(71052307029)</a:t>
            </a:r>
          </a:p>
          <a:p>
            <a:r>
              <a:rPr lang="en-US" b="1" dirty="0" err="1"/>
              <a:t>A.Ponnarasi</a:t>
            </a:r>
            <a:r>
              <a:rPr lang="en-US" b="1" dirty="0"/>
              <a:t> </a:t>
            </a:r>
            <a:r>
              <a:rPr lang="en-US" dirty="0"/>
              <a:t>(71052307031) </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Free Professional Background PowerPoint Template">
            <a:extLst>
              <a:ext uri="{FF2B5EF4-FFF2-40B4-BE49-F238E27FC236}">
                <a16:creationId xmlns:a16="http://schemas.microsoft.com/office/drawing/2014/main" id="{79B27B15-896C-7D22-1526-85A597CD4E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a:bodyPr>
          <a:lstStyle/>
          <a:p>
            <a:r>
              <a:rPr sz="3600" dirty="0"/>
              <a:t>Introduction</a:t>
            </a:r>
          </a:p>
        </p:txBody>
      </p:sp>
      <p:sp>
        <p:nvSpPr>
          <p:cNvPr id="3" name="Content Placeholder 2"/>
          <p:cNvSpPr>
            <a:spLocks noGrp="1"/>
          </p:cNvSpPr>
          <p:nvPr>
            <p:ph idx="1"/>
          </p:nvPr>
        </p:nvSpPr>
        <p:spPr>
          <a:xfrm>
            <a:off x="1233948" y="1692276"/>
            <a:ext cx="8229600" cy="4525963"/>
          </a:xfrm>
        </p:spPr>
        <p:txBody>
          <a:bodyPr>
            <a:normAutofit/>
          </a:bodyPr>
          <a:lstStyle/>
          <a:p>
            <a:pPr>
              <a:lnSpc>
                <a:spcPct val="150000"/>
              </a:lnSpc>
            </a:pPr>
            <a:r>
              <a:rPr sz="2800" dirty="0"/>
              <a:t> Assignments are important in academic learning</a:t>
            </a:r>
          </a:p>
          <a:p>
            <a:pPr>
              <a:lnSpc>
                <a:spcPct val="150000"/>
              </a:lnSpc>
            </a:pPr>
            <a:r>
              <a:rPr sz="2800" dirty="0"/>
              <a:t> Students often miss deadlines due to lack of reminders</a:t>
            </a:r>
          </a:p>
          <a:p>
            <a:pPr>
              <a:lnSpc>
                <a:spcPct val="150000"/>
              </a:lnSpc>
            </a:pPr>
            <a:r>
              <a:rPr sz="2800" dirty="0"/>
              <a:t> Staff posting in different places causes confusion</a:t>
            </a:r>
          </a:p>
          <a:p>
            <a:pPr>
              <a:lnSpc>
                <a:spcPct val="150000"/>
              </a:lnSpc>
            </a:pPr>
            <a:r>
              <a:rPr sz="2800" dirty="0"/>
              <a:t>Centralized assignment notification system is needed.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Free Professional Background PowerPoint Template">
            <a:extLst>
              <a:ext uri="{FF2B5EF4-FFF2-40B4-BE49-F238E27FC236}">
                <a16:creationId xmlns:a16="http://schemas.microsoft.com/office/drawing/2014/main" id="{6FD3FE7B-693B-8470-2101-F15335431F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a:bodyPr>
          <a:lstStyle/>
          <a:p>
            <a:r>
              <a:rPr sz="3600" dirty="0"/>
              <a:t>Problem Statement</a:t>
            </a:r>
          </a:p>
        </p:txBody>
      </p:sp>
      <p:sp>
        <p:nvSpPr>
          <p:cNvPr id="3" name="Content Placeholder 2"/>
          <p:cNvSpPr>
            <a:spLocks noGrp="1"/>
          </p:cNvSpPr>
          <p:nvPr>
            <p:ph idx="1"/>
          </p:nvPr>
        </p:nvSpPr>
        <p:spPr>
          <a:xfrm>
            <a:off x="698090" y="1616740"/>
            <a:ext cx="8229600" cy="4525963"/>
          </a:xfrm>
        </p:spPr>
        <p:txBody>
          <a:bodyPr>
            <a:normAutofit fontScale="77500" lnSpcReduction="20000"/>
          </a:bodyPr>
          <a:lstStyle/>
          <a:p>
            <a:pPr marL="0" indent="0" algn="just">
              <a:lnSpc>
                <a:spcPct val="150000"/>
              </a:lnSpc>
              <a:buNone/>
            </a:pPr>
            <a:r>
              <a:rPr lang="en-US" sz="2800" dirty="0"/>
              <a:t>In many educational institutions, assignments are communicated through multiple sources such as messaging apps, notice boards, and verbal instructions. This creates confusion among students and makes it difficult to track deadlines effectively. As a result, students often miss submissions, leading to poor academic performance. Additionally, there is no centralized system to organize assignments or monitor overdue tasks. Hence, there is a need for a structured system that provides centralized assignment tracking, timely notifications, and proper deadline management.</a:t>
            </a:r>
            <a:endParaRPr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Free Professional Background PowerPoint Template">
            <a:extLst>
              <a:ext uri="{FF2B5EF4-FFF2-40B4-BE49-F238E27FC236}">
                <a16:creationId xmlns:a16="http://schemas.microsoft.com/office/drawing/2014/main" id="{A79185C0-4540-2445-C265-7EFA015642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6865DA0-1F19-6180-B959-C8674ED051EA}"/>
              </a:ext>
            </a:extLst>
          </p:cNvPr>
          <p:cNvSpPr txBox="1"/>
          <p:nvPr/>
        </p:nvSpPr>
        <p:spPr>
          <a:xfrm>
            <a:off x="3564193" y="193876"/>
            <a:ext cx="2934929" cy="646331"/>
          </a:xfrm>
          <a:prstGeom prst="rect">
            <a:avLst/>
          </a:prstGeom>
          <a:noFill/>
        </p:spPr>
        <p:txBody>
          <a:bodyPr wrap="square">
            <a:spAutoFit/>
          </a:bodyPr>
          <a:lstStyle/>
          <a:p>
            <a:r>
              <a:rPr lang="en-IN" sz="3600" dirty="0"/>
              <a:t>Abstract</a:t>
            </a:r>
          </a:p>
        </p:txBody>
      </p:sp>
      <p:sp>
        <p:nvSpPr>
          <p:cNvPr id="7" name="TextBox 6">
            <a:extLst>
              <a:ext uri="{FF2B5EF4-FFF2-40B4-BE49-F238E27FC236}">
                <a16:creationId xmlns:a16="http://schemas.microsoft.com/office/drawing/2014/main" id="{B26DD1AB-F71C-8D1C-BC69-8BE760547FBA}"/>
              </a:ext>
            </a:extLst>
          </p:cNvPr>
          <p:cNvSpPr txBox="1"/>
          <p:nvPr/>
        </p:nvSpPr>
        <p:spPr>
          <a:xfrm>
            <a:off x="707922" y="1221683"/>
            <a:ext cx="8200103" cy="4893647"/>
          </a:xfrm>
          <a:prstGeom prst="rect">
            <a:avLst/>
          </a:prstGeom>
          <a:noFill/>
        </p:spPr>
        <p:txBody>
          <a:bodyPr wrap="square">
            <a:spAutoFit/>
          </a:bodyPr>
          <a:lstStyle/>
          <a:p>
            <a:pPr algn="just"/>
            <a:r>
              <a:rPr lang="en-US" sz="2400" dirty="0"/>
              <a:t>             This project focuses on developing a centralized assignment management and notification system to help students avoid missing submission deadlines. In many institutions, assignments are shared through multiple platforms such as WhatsApp and notice boards, which leads to confusion and missed updates. The proposed system allows staff to upload assignments based on department, year, and subject, while students can access them through a unified dashboard. The system includes features such as due date tracking, submission status monitoring, overdue highlighting, and optional sound-based alerts. This improves communication, reduces manual effort, and enhances academic performance by ensuring students stay informed about their tasks.</a:t>
            </a:r>
            <a:endParaRPr lang="en-IN" sz="2400" dirty="0"/>
          </a:p>
        </p:txBody>
      </p:sp>
    </p:spTree>
    <p:extLst>
      <p:ext uri="{BB962C8B-B14F-4D97-AF65-F5344CB8AC3E}">
        <p14:creationId xmlns:p14="http://schemas.microsoft.com/office/powerpoint/2010/main" val="12489129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Free Professional Background PowerPoint Template">
            <a:extLst>
              <a:ext uri="{FF2B5EF4-FFF2-40B4-BE49-F238E27FC236}">
                <a16:creationId xmlns:a16="http://schemas.microsoft.com/office/drawing/2014/main" id="{5A216F64-F019-1AF5-145B-69BAA5CFEC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a:bodyPr>
          <a:lstStyle/>
          <a:p>
            <a:r>
              <a:rPr sz="3600" dirty="0"/>
              <a:t>Existing System</a:t>
            </a:r>
          </a:p>
        </p:txBody>
      </p:sp>
      <p:sp>
        <p:nvSpPr>
          <p:cNvPr id="3" name="Content Placeholder 2"/>
          <p:cNvSpPr>
            <a:spLocks noGrp="1"/>
          </p:cNvSpPr>
          <p:nvPr>
            <p:ph idx="1"/>
          </p:nvPr>
        </p:nvSpPr>
        <p:spPr>
          <a:xfrm>
            <a:off x="457200" y="1163312"/>
            <a:ext cx="8028039" cy="1384996"/>
          </a:xfrm>
        </p:spPr>
        <p:txBody>
          <a:bodyPr>
            <a:noAutofit/>
          </a:bodyPr>
          <a:lstStyle/>
          <a:p>
            <a:r>
              <a:rPr sz="2400" dirty="0"/>
              <a:t>Assignments informed through WhatsApp / Notice board</a:t>
            </a:r>
          </a:p>
          <a:p>
            <a:r>
              <a:rPr sz="2400" dirty="0"/>
              <a:t>Google Classroom not fully centralized department-wise</a:t>
            </a:r>
          </a:p>
          <a:p>
            <a:r>
              <a:rPr sz="2400" dirty="0"/>
              <a:t>Notifications may be ignored or missed</a:t>
            </a:r>
            <a:endParaRPr lang="en-US" sz="2400" dirty="0"/>
          </a:p>
          <a:p>
            <a:endParaRPr sz="2400" dirty="0"/>
          </a:p>
        </p:txBody>
      </p:sp>
      <p:sp>
        <p:nvSpPr>
          <p:cNvPr id="5" name="TextBox 4">
            <a:extLst>
              <a:ext uri="{FF2B5EF4-FFF2-40B4-BE49-F238E27FC236}">
                <a16:creationId xmlns:a16="http://schemas.microsoft.com/office/drawing/2014/main" id="{E884CFB1-F692-E0B6-346C-5AEFA005B91E}"/>
              </a:ext>
            </a:extLst>
          </p:cNvPr>
          <p:cNvSpPr txBox="1"/>
          <p:nvPr/>
        </p:nvSpPr>
        <p:spPr>
          <a:xfrm>
            <a:off x="747251" y="4481064"/>
            <a:ext cx="7447936" cy="1200329"/>
          </a:xfrm>
          <a:prstGeom prst="rect">
            <a:avLst/>
          </a:prstGeom>
          <a:noFill/>
        </p:spPr>
        <p:txBody>
          <a:bodyPr wrap="square">
            <a:spAutoFit/>
          </a:bodyPr>
          <a:lstStyle/>
          <a:p>
            <a:pPr marL="457200" indent="-457200">
              <a:buFont typeface="Arial" panose="020B0604020202020204" pitchFamily="34" charset="0"/>
              <a:buChar char="•"/>
            </a:pPr>
            <a:r>
              <a:rPr lang="en-US" sz="2400" dirty="0"/>
              <a:t>No overdue tracking</a:t>
            </a:r>
          </a:p>
          <a:p>
            <a:pPr marL="457200" indent="-457200">
              <a:buFont typeface="Arial" panose="020B0604020202020204" pitchFamily="34" charset="0"/>
              <a:buChar char="•"/>
            </a:pPr>
            <a:r>
              <a:rPr lang="en-US" sz="2400" dirty="0"/>
              <a:t>No organized dashboard</a:t>
            </a:r>
          </a:p>
          <a:p>
            <a:pPr marL="457200" indent="-457200">
              <a:buFont typeface="Arial" panose="020B0604020202020204" pitchFamily="34" charset="0"/>
              <a:buChar char="•"/>
            </a:pPr>
            <a:r>
              <a:rPr lang="en-US" sz="2400" dirty="0"/>
              <a:t>Manual reminders required</a:t>
            </a:r>
          </a:p>
        </p:txBody>
      </p:sp>
      <p:sp>
        <p:nvSpPr>
          <p:cNvPr id="7" name="TextBox 6">
            <a:extLst>
              <a:ext uri="{FF2B5EF4-FFF2-40B4-BE49-F238E27FC236}">
                <a16:creationId xmlns:a16="http://schemas.microsoft.com/office/drawing/2014/main" id="{4353B277-F8A4-20CE-46AD-2AF274DD7C4C}"/>
              </a:ext>
            </a:extLst>
          </p:cNvPr>
          <p:cNvSpPr txBox="1"/>
          <p:nvPr/>
        </p:nvSpPr>
        <p:spPr>
          <a:xfrm>
            <a:off x="457200" y="3664107"/>
            <a:ext cx="4606412" cy="523220"/>
          </a:xfrm>
          <a:prstGeom prst="rect">
            <a:avLst/>
          </a:prstGeom>
          <a:noFill/>
        </p:spPr>
        <p:txBody>
          <a:bodyPr wrap="square">
            <a:spAutoFit/>
          </a:bodyPr>
          <a:lstStyle/>
          <a:p>
            <a:pPr marL="0" indent="0">
              <a:buNone/>
            </a:pPr>
            <a:r>
              <a:rPr lang="en-US" sz="2800" dirty="0"/>
              <a:t>Limitations:</a:t>
            </a:r>
          </a:p>
        </p:txBody>
      </p:sp>
      <p:sp>
        <p:nvSpPr>
          <p:cNvPr id="11" name="TextBox 10">
            <a:extLst>
              <a:ext uri="{FF2B5EF4-FFF2-40B4-BE49-F238E27FC236}">
                <a16:creationId xmlns:a16="http://schemas.microsoft.com/office/drawing/2014/main" id="{459980DB-1F80-0AD9-9EEF-CFA02C9FBDA0}"/>
              </a:ext>
            </a:extLst>
          </p:cNvPr>
          <p:cNvSpPr txBox="1"/>
          <p:nvPr/>
        </p:nvSpPr>
        <p:spPr>
          <a:xfrm>
            <a:off x="457200" y="2346704"/>
            <a:ext cx="8588477" cy="58907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400" dirty="0"/>
              <a:t> Lack of proper tracking systems leads to missed academic  tasks.</a:t>
            </a:r>
          </a:p>
        </p:txBody>
      </p:sp>
      <p:sp>
        <p:nvSpPr>
          <p:cNvPr id="15" name="TextBox 14">
            <a:extLst>
              <a:ext uri="{FF2B5EF4-FFF2-40B4-BE49-F238E27FC236}">
                <a16:creationId xmlns:a16="http://schemas.microsoft.com/office/drawing/2014/main" id="{0F015CA1-F5B6-6BA6-171D-5B89B8F4D135}"/>
              </a:ext>
            </a:extLst>
          </p:cNvPr>
          <p:cNvSpPr txBox="1"/>
          <p:nvPr/>
        </p:nvSpPr>
        <p:spPr>
          <a:xfrm>
            <a:off x="457200" y="2887864"/>
            <a:ext cx="8499987" cy="461665"/>
          </a:xfrm>
          <a:prstGeom prst="rect">
            <a:avLst/>
          </a:prstGeom>
          <a:noFill/>
        </p:spPr>
        <p:txBody>
          <a:bodyPr wrap="square">
            <a:spAutoFit/>
          </a:bodyPr>
          <a:lstStyle/>
          <a:p>
            <a:pPr marL="285750" indent="-285750">
              <a:buFont typeface="Arial" panose="020B0604020202020204" pitchFamily="34" charset="0"/>
              <a:buChar char="•"/>
            </a:pPr>
            <a:r>
              <a:rPr lang="en-US" sz="2400" dirty="0"/>
              <a:t> Technology can improve student productivity and   organization</a:t>
            </a:r>
            <a:endParaRPr lang="en-IN" sz="2400" dirty="0"/>
          </a:p>
        </p:txBody>
      </p:sp>
      <p:pic>
        <p:nvPicPr>
          <p:cNvPr id="17" name="Picture 16">
            <a:extLst>
              <a:ext uri="{FF2B5EF4-FFF2-40B4-BE49-F238E27FC236}">
                <a16:creationId xmlns:a16="http://schemas.microsoft.com/office/drawing/2014/main" id="{8374AF90-4026-5A90-F8FA-A0162DBC9545}"/>
              </a:ext>
            </a:extLst>
          </p:cNvPr>
          <p:cNvPicPr>
            <a:picLocks noChangeAspect="1"/>
          </p:cNvPicPr>
          <p:nvPr/>
        </p:nvPicPr>
        <p:blipFill>
          <a:blip r:embed="rId3"/>
          <a:stretch>
            <a:fillRect/>
          </a:stretch>
        </p:blipFill>
        <p:spPr>
          <a:xfrm>
            <a:off x="4572000" y="3508472"/>
            <a:ext cx="4270319" cy="2846879"/>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Free Professional Background PowerPoint Template">
            <a:extLst>
              <a:ext uri="{FF2B5EF4-FFF2-40B4-BE49-F238E27FC236}">
                <a16:creationId xmlns:a16="http://schemas.microsoft.com/office/drawing/2014/main" id="{883C8FD8-E7C0-A85C-D496-4DDD6B3A3C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57200" y="-333071"/>
            <a:ext cx="8229600" cy="1143000"/>
          </a:xfrm>
        </p:spPr>
        <p:txBody>
          <a:bodyPr>
            <a:normAutofit/>
          </a:bodyPr>
          <a:lstStyle/>
          <a:p>
            <a:r>
              <a:rPr sz="3600" dirty="0"/>
              <a:t>Proposed System</a:t>
            </a:r>
          </a:p>
        </p:txBody>
      </p:sp>
      <p:sp>
        <p:nvSpPr>
          <p:cNvPr id="8" name="TextBox 7">
            <a:extLst>
              <a:ext uri="{FF2B5EF4-FFF2-40B4-BE49-F238E27FC236}">
                <a16:creationId xmlns:a16="http://schemas.microsoft.com/office/drawing/2014/main" id="{B71718B4-314B-F71D-C9CA-87E99CA1C5E9}"/>
              </a:ext>
            </a:extLst>
          </p:cNvPr>
          <p:cNvSpPr txBox="1"/>
          <p:nvPr/>
        </p:nvSpPr>
        <p:spPr>
          <a:xfrm>
            <a:off x="703006" y="631494"/>
            <a:ext cx="8440994" cy="1938992"/>
          </a:xfrm>
          <a:prstGeom prst="rect">
            <a:avLst/>
          </a:prstGeom>
          <a:noFill/>
        </p:spPr>
        <p:txBody>
          <a:bodyPr wrap="square">
            <a:spAutoFit/>
          </a:bodyPr>
          <a:lstStyle/>
          <a:p>
            <a:pPr marL="342900" indent="-342900" algn="just">
              <a:buFont typeface="Arial" panose="020B0604020202020204" pitchFamily="34" charset="0"/>
              <a:buChar char="•"/>
            </a:pPr>
            <a:r>
              <a:rPr lang="en-US" sz="2000" dirty="0"/>
              <a:t>The proposed system introduces a centralized platform for managing and tracking assignments efficiently. It allows multiple staff members to upload assignments based on department, year, and subject, ensuring all updates are available in a single location. Students can access assignments through a user-friendly dashboard, where they can view details, track deadlines, and manage submission status.</a:t>
            </a:r>
            <a:endParaRPr lang="en-IN" sz="2000" dirty="0"/>
          </a:p>
        </p:txBody>
      </p:sp>
      <p:sp>
        <p:nvSpPr>
          <p:cNvPr id="10" name="TextBox 9">
            <a:extLst>
              <a:ext uri="{FF2B5EF4-FFF2-40B4-BE49-F238E27FC236}">
                <a16:creationId xmlns:a16="http://schemas.microsoft.com/office/drawing/2014/main" id="{F8C7A7B7-F30F-8525-CD1B-5D040AC16636}"/>
              </a:ext>
            </a:extLst>
          </p:cNvPr>
          <p:cNvSpPr txBox="1"/>
          <p:nvPr/>
        </p:nvSpPr>
        <p:spPr>
          <a:xfrm>
            <a:off x="4572000" y="2570486"/>
            <a:ext cx="4272114" cy="3477875"/>
          </a:xfrm>
          <a:prstGeom prst="rect">
            <a:avLst/>
          </a:prstGeom>
          <a:noFill/>
        </p:spPr>
        <p:txBody>
          <a:bodyPr wrap="square">
            <a:spAutoFit/>
          </a:bodyPr>
          <a:lstStyle/>
          <a:p>
            <a:pPr marL="342900" indent="-342900" algn="just">
              <a:buFont typeface="Arial" panose="020B0604020202020204" pitchFamily="34" charset="0"/>
              <a:buChar char="•"/>
            </a:pPr>
            <a:r>
              <a:rPr lang="en-US" sz="2000" dirty="0"/>
              <a:t>The system provides real-time notifications and optional sound alerts to ensure that students do not miss important deadlines. It also includes overdue tracking, which highlights missed assignments even if notifications were not received. This structured approach improves communication, reduces confusion, and enhances overall academic task management.</a:t>
            </a:r>
            <a:endParaRPr lang="en-IN" sz="2000" dirty="0"/>
          </a:p>
        </p:txBody>
      </p:sp>
      <p:pic>
        <p:nvPicPr>
          <p:cNvPr id="12" name="Picture 11">
            <a:extLst>
              <a:ext uri="{FF2B5EF4-FFF2-40B4-BE49-F238E27FC236}">
                <a16:creationId xmlns:a16="http://schemas.microsoft.com/office/drawing/2014/main" id="{647AC9FB-5975-A04E-6745-815B0A247FC1}"/>
              </a:ext>
            </a:extLst>
          </p:cNvPr>
          <p:cNvPicPr>
            <a:picLocks noChangeAspect="1"/>
          </p:cNvPicPr>
          <p:nvPr/>
        </p:nvPicPr>
        <p:blipFill>
          <a:blip r:embed="rId3"/>
          <a:stretch>
            <a:fillRect/>
          </a:stretch>
        </p:blipFill>
        <p:spPr>
          <a:xfrm>
            <a:off x="167148" y="2570486"/>
            <a:ext cx="4572000" cy="376148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Free Professional Background PowerPoint Template">
            <a:extLst>
              <a:ext uri="{FF2B5EF4-FFF2-40B4-BE49-F238E27FC236}">
                <a16:creationId xmlns:a16="http://schemas.microsoft.com/office/drawing/2014/main" id="{0889B6CC-2E62-26B5-A4BD-108E90AD77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a:bodyPr>
          <a:lstStyle/>
          <a:p>
            <a:r>
              <a:rPr sz="3600" dirty="0"/>
              <a:t>Key Features (Novelty)</a:t>
            </a:r>
          </a:p>
        </p:txBody>
      </p:sp>
      <p:sp>
        <p:nvSpPr>
          <p:cNvPr id="16" name="TextBox 15">
            <a:extLst>
              <a:ext uri="{FF2B5EF4-FFF2-40B4-BE49-F238E27FC236}">
                <a16:creationId xmlns:a16="http://schemas.microsoft.com/office/drawing/2014/main" id="{6E486FC2-7703-75F8-4093-AF6A579E9BC7}"/>
              </a:ext>
            </a:extLst>
          </p:cNvPr>
          <p:cNvSpPr txBox="1"/>
          <p:nvPr/>
        </p:nvSpPr>
        <p:spPr>
          <a:xfrm>
            <a:off x="1919749" y="1039280"/>
            <a:ext cx="7452851" cy="4536819"/>
          </a:xfrm>
          <a:prstGeom prst="rect">
            <a:avLst/>
          </a:prstGeom>
          <a:noFill/>
        </p:spPr>
        <p:txBody>
          <a:bodyPr wrap="square">
            <a:spAutoFit/>
          </a:bodyPr>
          <a:lstStyle/>
          <a:p>
            <a:pPr marL="0" marR="0" lvl="0" indent="0" defTabSz="914400" rtl="0" eaLnBrk="0" fontAlgn="base" latinLnBrk="0" hangingPunct="0">
              <a:lnSpc>
                <a:spcPct val="15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Centralized assignment system </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Department-wise structured dashboard </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Due date &amp; overdue tracking </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Submission status monitoring </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Push notification + sound alert </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Missed alert recovery system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Free Professional Background PowerPoint Template">
            <a:extLst>
              <a:ext uri="{FF2B5EF4-FFF2-40B4-BE49-F238E27FC236}">
                <a16:creationId xmlns:a16="http://schemas.microsoft.com/office/drawing/2014/main" id="{C79CDD82-61AB-9985-E23D-5B1D67C9B8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526027" y="-212724"/>
            <a:ext cx="8229600" cy="1143000"/>
          </a:xfrm>
        </p:spPr>
        <p:txBody>
          <a:bodyPr>
            <a:normAutofit/>
          </a:bodyPr>
          <a:lstStyle/>
          <a:p>
            <a:r>
              <a:rPr sz="3600" dirty="0"/>
              <a:t>Workflow</a:t>
            </a:r>
          </a:p>
        </p:txBody>
      </p:sp>
      <p:sp>
        <p:nvSpPr>
          <p:cNvPr id="3" name="Content Placeholder 2"/>
          <p:cNvSpPr>
            <a:spLocks noGrp="1"/>
          </p:cNvSpPr>
          <p:nvPr>
            <p:ph idx="1"/>
          </p:nvPr>
        </p:nvSpPr>
        <p:spPr>
          <a:xfrm>
            <a:off x="580104" y="638892"/>
            <a:ext cx="8229600" cy="2153469"/>
          </a:xfrm>
        </p:spPr>
        <p:txBody>
          <a:bodyPr>
            <a:normAutofit/>
          </a:bodyPr>
          <a:lstStyle/>
          <a:p>
            <a:pPr marL="0" indent="0">
              <a:lnSpc>
                <a:spcPct val="150000"/>
              </a:lnSpc>
              <a:buNone/>
            </a:pPr>
            <a:r>
              <a:rPr sz="2400" dirty="0"/>
              <a:t>1. Staff login and post assignment with due date</a:t>
            </a:r>
            <a:r>
              <a:rPr lang="en-US" sz="2400" dirty="0"/>
              <a:t>.</a:t>
            </a:r>
            <a:endParaRPr sz="2400" dirty="0"/>
          </a:p>
          <a:p>
            <a:pPr marL="0" indent="0">
              <a:lnSpc>
                <a:spcPct val="150000"/>
              </a:lnSpc>
              <a:buNone/>
            </a:pPr>
            <a:r>
              <a:rPr sz="2400" dirty="0"/>
              <a:t>2. Assignment stored in dashboard</a:t>
            </a:r>
            <a:r>
              <a:rPr lang="en-US" sz="2400" dirty="0"/>
              <a:t>.</a:t>
            </a:r>
            <a:endParaRPr sz="2400" dirty="0"/>
          </a:p>
          <a:p>
            <a:pPr marL="0" indent="0">
              <a:lnSpc>
                <a:spcPct val="150000"/>
              </a:lnSpc>
              <a:buNone/>
            </a:pPr>
            <a:r>
              <a:rPr sz="2400" dirty="0"/>
              <a:t>3. Students receive notification</a:t>
            </a:r>
            <a:r>
              <a:rPr lang="en-US" sz="2400" dirty="0"/>
              <a:t>.</a:t>
            </a:r>
            <a:endParaRPr sz="2400" dirty="0"/>
          </a:p>
        </p:txBody>
      </p:sp>
      <p:pic>
        <p:nvPicPr>
          <p:cNvPr id="6" name="Picture 5">
            <a:extLst>
              <a:ext uri="{FF2B5EF4-FFF2-40B4-BE49-F238E27FC236}">
                <a16:creationId xmlns:a16="http://schemas.microsoft.com/office/drawing/2014/main" id="{38B325C2-C1EA-CAAF-D7CE-D00A00083B29}"/>
              </a:ext>
            </a:extLst>
          </p:cNvPr>
          <p:cNvPicPr>
            <a:picLocks noChangeAspect="1"/>
          </p:cNvPicPr>
          <p:nvPr/>
        </p:nvPicPr>
        <p:blipFill>
          <a:blip r:embed="rId3"/>
          <a:stretch>
            <a:fillRect/>
          </a:stretch>
        </p:blipFill>
        <p:spPr>
          <a:xfrm>
            <a:off x="3250791" y="2543299"/>
            <a:ext cx="5726061" cy="3817374"/>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624F0A07-D04F-929E-ADBA-F6442EF18ECA}"/>
              </a:ext>
            </a:extLst>
          </p:cNvPr>
          <p:cNvSpPr txBox="1"/>
          <p:nvPr/>
        </p:nvSpPr>
        <p:spPr>
          <a:xfrm>
            <a:off x="580104" y="2495457"/>
            <a:ext cx="2503539" cy="3913059"/>
          </a:xfrm>
          <a:prstGeom prst="rect">
            <a:avLst/>
          </a:prstGeom>
          <a:noFill/>
        </p:spPr>
        <p:txBody>
          <a:bodyPr wrap="square">
            <a:spAutoFit/>
          </a:bodyPr>
          <a:lstStyle/>
          <a:p>
            <a:pPr marL="0" indent="0">
              <a:lnSpc>
                <a:spcPct val="150000"/>
              </a:lnSpc>
              <a:buNone/>
            </a:pPr>
            <a:r>
              <a:rPr lang="en-US" sz="2400" dirty="0"/>
              <a:t>4. Students view and mark submission status.</a:t>
            </a:r>
          </a:p>
          <a:p>
            <a:pPr marL="0" indent="0">
              <a:lnSpc>
                <a:spcPct val="150000"/>
              </a:lnSpc>
              <a:buNone/>
            </a:pPr>
            <a:r>
              <a:rPr lang="en-US" sz="2400" dirty="0"/>
              <a:t>5. System tracks due date and shows overdue tasks.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Free Professional Background PowerPoint Template">
            <a:extLst>
              <a:ext uri="{FF2B5EF4-FFF2-40B4-BE49-F238E27FC236}">
                <a16:creationId xmlns:a16="http://schemas.microsoft.com/office/drawing/2014/main" id="{45268B1D-2BE2-5A67-2A7D-2066FA70D1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a:bodyPr>
          <a:lstStyle/>
          <a:p>
            <a:r>
              <a:rPr sz="3600" dirty="0"/>
              <a:t>System Architecture</a:t>
            </a:r>
          </a:p>
        </p:txBody>
      </p:sp>
      <p:sp>
        <p:nvSpPr>
          <p:cNvPr id="3" name="Content Placeholder 2"/>
          <p:cNvSpPr>
            <a:spLocks noGrp="1"/>
          </p:cNvSpPr>
          <p:nvPr>
            <p:ph idx="1"/>
          </p:nvPr>
        </p:nvSpPr>
        <p:spPr>
          <a:xfrm>
            <a:off x="914400" y="1600200"/>
            <a:ext cx="8229600" cy="4525963"/>
          </a:xfrm>
        </p:spPr>
        <p:txBody>
          <a:bodyPr>
            <a:normAutofit/>
          </a:bodyPr>
          <a:lstStyle/>
          <a:p>
            <a:r>
              <a:rPr sz="2800" dirty="0"/>
              <a:t>Frontend: React / React Native</a:t>
            </a:r>
          </a:p>
          <a:p>
            <a:r>
              <a:rPr sz="2800" dirty="0"/>
              <a:t>Backend: Node.js + Express</a:t>
            </a:r>
          </a:p>
          <a:p>
            <a:r>
              <a:rPr sz="2800" dirty="0"/>
              <a:t>Database: MongoDB</a:t>
            </a:r>
          </a:p>
          <a:p>
            <a:endParaRPr sz="2800" dirty="0"/>
          </a:p>
          <a:p>
            <a:pPr marL="0" indent="0">
              <a:buNone/>
            </a:pPr>
            <a:r>
              <a:rPr sz="2800" dirty="0"/>
              <a:t>Modules:</a:t>
            </a:r>
          </a:p>
        </p:txBody>
      </p:sp>
      <p:sp>
        <p:nvSpPr>
          <p:cNvPr id="5" name="TextBox 4">
            <a:extLst>
              <a:ext uri="{FF2B5EF4-FFF2-40B4-BE49-F238E27FC236}">
                <a16:creationId xmlns:a16="http://schemas.microsoft.com/office/drawing/2014/main" id="{867889FF-016E-C869-BC9C-2F5B20DF2BE4}"/>
              </a:ext>
            </a:extLst>
          </p:cNvPr>
          <p:cNvSpPr txBox="1"/>
          <p:nvPr/>
        </p:nvSpPr>
        <p:spPr>
          <a:xfrm>
            <a:off x="1578077" y="4354788"/>
            <a:ext cx="4572000" cy="1384995"/>
          </a:xfrm>
          <a:prstGeom prst="rect">
            <a:avLst/>
          </a:prstGeom>
          <a:noFill/>
        </p:spPr>
        <p:txBody>
          <a:bodyPr wrap="square">
            <a:spAutoFit/>
          </a:bodyPr>
          <a:lstStyle/>
          <a:p>
            <a:pPr marL="457200" indent="-457200">
              <a:buFont typeface="Arial" panose="020B0604020202020204" pitchFamily="34" charset="0"/>
              <a:buChar char="•"/>
            </a:pPr>
            <a:r>
              <a:rPr lang="en-US" sz="2800" dirty="0"/>
              <a:t>Staff Module</a:t>
            </a:r>
          </a:p>
          <a:p>
            <a:pPr marL="457200" indent="-457200">
              <a:buFont typeface="Arial" panose="020B0604020202020204" pitchFamily="34" charset="0"/>
              <a:buChar char="•"/>
            </a:pPr>
            <a:r>
              <a:rPr lang="en-US" sz="2800" dirty="0"/>
              <a:t>Student Module</a:t>
            </a:r>
          </a:p>
          <a:p>
            <a:pPr marL="457200" indent="-457200">
              <a:buFont typeface="Arial" panose="020B0604020202020204" pitchFamily="34" charset="0"/>
              <a:buChar char="•"/>
            </a:pPr>
            <a:r>
              <a:rPr lang="en-US" sz="2800" dirty="0"/>
              <a:t>Alert &amp; Dashboard Module</a:t>
            </a:r>
          </a:p>
        </p:txBody>
      </p:sp>
      <p:pic>
        <p:nvPicPr>
          <p:cNvPr id="8" name="Picture 7">
            <a:extLst>
              <a:ext uri="{FF2B5EF4-FFF2-40B4-BE49-F238E27FC236}">
                <a16:creationId xmlns:a16="http://schemas.microsoft.com/office/drawing/2014/main" id="{802C81E2-3328-6F27-2356-D0D619D62669}"/>
              </a:ext>
            </a:extLst>
          </p:cNvPr>
          <p:cNvPicPr>
            <a:picLocks noChangeAspect="1"/>
          </p:cNvPicPr>
          <p:nvPr/>
        </p:nvPicPr>
        <p:blipFill>
          <a:blip r:embed="rId3"/>
          <a:stretch>
            <a:fillRect/>
          </a:stretch>
        </p:blipFill>
        <p:spPr>
          <a:xfrm>
            <a:off x="0" y="0"/>
            <a:ext cx="9144000" cy="6858000"/>
          </a:xfrm>
          <a:prstGeom prst="rect">
            <a:avLst/>
          </a:prstGeom>
        </p:spPr>
      </p:pic>
      <p:sp>
        <p:nvSpPr>
          <p:cNvPr id="9" name="Rectangle 8">
            <a:extLst>
              <a:ext uri="{FF2B5EF4-FFF2-40B4-BE49-F238E27FC236}">
                <a16:creationId xmlns:a16="http://schemas.microsoft.com/office/drawing/2014/main" id="{7DBBD30C-AB48-72CC-8F1B-E62C5E3C98D7}"/>
              </a:ext>
            </a:extLst>
          </p:cNvPr>
          <p:cNvSpPr/>
          <p:nvPr/>
        </p:nvSpPr>
        <p:spPr>
          <a:xfrm>
            <a:off x="235974" y="274638"/>
            <a:ext cx="825910" cy="22680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Free Professional Background PowerPoint Template">
            <a:extLst>
              <a:ext uri="{FF2B5EF4-FFF2-40B4-BE49-F238E27FC236}">
                <a16:creationId xmlns:a16="http://schemas.microsoft.com/office/drawing/2014/main" id="{CDD178EA-8680-0CFF-758D-F37876390B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6F47AAA-E851-6381-0011-86925F1A5D19}"/>
              </a:ext>
            </a:extLst>
          </p:cNvPr>
          <p:cNvSpPr txBox="1"/>
          <p:nvPr/>
        </p:nvSpPr>
        <p:spPr>
          <a:xfrm>
            <a:off x="2934929" y="348424"/>
            <a:ext cx="4650658" cy="646331"/>
          </a:xfrm>
          <a:prstGeom prst="rect">
            <a:avLst/>
          </a:prstGeom>
          <a:noFill/>
        </p:spPr>
        <p:txBody>
          <a:bodyPr wrap="square">
            <a:spAutoFit/>
          </a:bodyPr>
          <a:lstStyle/>
          <a:p>
            <a:pPr>
              <a:buNone/>
            </a:pPr>
            <a:r>
              <a:rPr lang="en-IN" sz="3600" dirty="0"/>
              <a:t>Literature Survey</a:t>
            </a:r>
          </a:p>
        </p:txBody>
      </p:sp>
      <p:sp>
        <p:nvSpPr>
          <p:cNvPr id="7" name="TextBox 6">
            <a:extLst>
              <a:ext uri="{FF2B5EF4-FFF2-40B4-BE49-F238E27FC236}">
                <a16:creationId xmlns:a16="http://schemas.microsoft.com/office/drawing/2014/main" id="{185A38A9-179C-CD4E-10BD-634024DADF1A}"/>
              </a:ext>
            </a:extLst>
          </p:cNvPr>
          <p:cNvSpPr txBox="1"/>
          <p:nvPr/>
        </p:nvSpPr>
        <p:spPr>
          <a:xfrm>
            <a:off x="1524000" y="994755"/>
            <a:ext cx="6779342" cy="4651979"/>
          </a:xfrm>
          <a:prstGeom prst="rect">
            <a:avLst/>
          </a:prstGeom>
          <a:noFill/>
        </p:spPr>
        <p:txBody>
          <a:bodyPr wrap="square" rtlCol="0">
            <a:spAutoFit/>
          </a:bodyPr>
          <a:lstStyle/>
          <a:p>
            <a:pPr lvl="0" defTabSz="914400" eaLnBrk="0" fontAlgn="base" hangingPunct="0">
              <a:lnSpc>
                <a:spcPct val="150000"/>
              </a:lnSpc>
              <a:spcBef>
                <a:spcPct val="0"/>
              </a:spcBef>
              <a:spcAft>
                <a:spcPct val="0"/>
              </a:spcAft>
            </a:pPr>
            <a:endParaRPr lang="en-US" altLang="en-US" sz="2000" dirty="0">
              <a:latin typeface="Arial" panose="020B0604020202020204" pitchFamily="34" charset="0"/>
            </a:endParaRPr>
          </a:p>
          <a:p>
            <a:pPr marL="342900" lvl="0" indent="-342900" defTabSz="914400" eaLnBrk="0" fontAlgn="base" hangingPunct="0">
              <a:lnSpc>
                <a:spcPct val="150000"/>
              </a:lnSpc>
              <a:spcBef>
                <a:spcPct val="0"/>
              </a:spcBef>
              <a:spcAft>
                <a:spcPct val="0"/>
              </a:spcAft>
              <a:buFont typeface="Arial" panose="020B0604020202020204" pitchFamily="34" charset="0"/>
              <a:buChar char="•"/>
            </a:pPr>
            <a:r>
              <a:rPr lang="en-US" altLang="en-US" sz="2000" dirty="0">
                <a:latin typeface="Arial" panose="020B0604020202020204" pitchFamily="34" charset="0"/>
              </a:rPr>
              <a:t>Existing academic reminder systems help students track deadlines using mobile notifications. </a:t>
            </a:r>
          </a:p>
          <a:p>
            <a:pPr marL="342900" lvl="0" indent="-342900" defTabSz="914400" eaLnBrk="0" fontAlgn="base" hangingPunct="0">
              <a:lnSpc>
                <a:spcPct val="150000"/>
              </a:lnSpc>
              <a:spcBef>
                <a:spcPct val="0"/>
              </a:spcBef>
              <a:spcAft>
                <a:spcPct val="0"/>
              </a:spcAft>
              <a:buFont typeface="Arial" panose="020B0604020202020204" pitchFamily="34" charset="0"/>
              <a:buChar char="•"/>
            </a:pPr>
            <a:r>
              <a:rPr lang="en-US" altLang="en-US" sz="2000" dirty="0">
                <a:latin typeface="Arial" panose="020B0604020202020204" pitchFamily="34" charset="0"/>
              </a:rPr>
              <a:t>Learning Management Systems like Google Classroom provide assignment posting but lack centralized department-wise visibility. </a:t>
            </a:r>
          </a:p>
          <a:p>
            <a:pPr marL="342900" lvl="0" indent="-342900" defTabSz="914400" eaLnBrk="0" fontAlgn="base" hangingPunct="0">
              <a:lnSpc>
                <a:spcPct val="150000"/>
              </a:lnSpc>
              <a:spcBef>
                <a:spcPct val="0"/>
              </a:spcBef>
              <a:spcAft>
                <a:spcPct val="0"/>
              </a:spcAft>
              <a:buFont typeface="Arial" panose="020B0604020202020204" pitchFamily="34" charset="0"/>
              <a:buChar char="•"/>
            </a:pPr>
            <a:r>
              <a:rPr lang="en-US" altLang="en-US" sz="2000" dirty="0">
                <a:latin typeface="Arial" panose="020B0604020202020204" pitchFamily="34" charset="0"/>
              </a:rPr>
              <a:t>Research shows that push notifications improve student  engagement and reduce procrastination. </a:t>
            </a:r>
          </a:p>
          <a:p>
            <a:pPr marL="342900" indent="-342900" defTabSz="914400" eaLnBrk="0" fontAlgn="base" hangingPunct="0">
              <a:lnSpc>
                <a:spcPct val="150000"/>
              </a:lnSpc>
              <a:spcBef>
                <a:spcPct val="0"/>
              </a:spcBef>
              <a:spcAft>
                <a:spcPct val="0"/>
              </a:spcAft>
              <a:buFont typeface="Arial" panose="020B0604020202020204" pitchFamily="34" charset="0"/>
              <a:buChar char="•"/>
            </a:pPr>
            <a:r>
              <a:rPr lang="en-US" altLang="en-US" sz="2000" dirty="0">
                <a:latin typeface="Arial" panose="020B0604020202020204" pitchFamily="34" charset="0"/>
              </a:rPr>
              <a:t>However, most existing systems do not provide overdue tracking or multi-staff centralized dashboards. </a:t>
            </a:r>
          </a:p>
        </p:txBody>
      </p:sp>
    </p:spTree>
    <p:extLst>
      <p:ext uri="{BB962C8B-B14F-4D97-AF65-F5344CB8AC3E}">
        <p14:creationId xmlns:p14="http://schemas.microsoft.com/office/powerpoint/2010/main" val="1878367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Free Professional Background PowerPoint Template">
            <a:extLst>
              <a:ext uri="{FF2B5EF4-FFF2-40B4-BE49-F238E27FC236}">
                <a16:creationId xmlns:a16="http://schemas.microsoft.com/office/drawing/2014/main" id="{B0204E77-E029-E90F-0924-6E7109437E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77442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a:bodyPr>
          <a:lstStyle/>
          <a:p>
            <a:r>
              <a:rPr sz="3600" dirty="0"/>
              <a:t>Advantages</a:t>
            </a:r>
          </a:p>
        </p:txBody>
      </p:sp>
      <p:sp>
        <p:nvSpPr>
          <p:cNvPr id="3" name="Content Placeholder 2"/>
          <p:cNvSpPr>
            <a:spLocks noGrp="1"/>
          </p:cNvSpPr>
          <p:nvPr>
            <p:ph idx="1"/>
          </p:nvPr>
        </p:nvSpPr>
        <p:spPr>
          <a:xfrm>
            <a:off x="1460090" y="1692278"/>
            <a:ext cx="8229600" cy="4525963"/>
          </a:xfrm>
        </p:spPr>
        <p:txBody>
          <a:bodyPr>
            <a:normAutofit/>
          </a:bodyPr>
          <a:lstStyle/>
          <a:p>
            <a:pPr>
              <a:lnSpc>
                <a:spcPct val="150000"/>
              </a:lnSpc>
            </a:pPr>
            <a:r>
              <a:rPr sz="2800" dirty="0"/>
              <a:t>Prevents missed submissions</a:t>
            </a:r>
          </a:p>
          <a:p>
            <a:pPr>
              <a:lnSpc>
                <a:spcPct val="150000"/>
              </a:lnSpc>
            </a:pPr>
            <a:r>
              <a:rPr sz="2800" dirty="0"/>
              <a:t>Reduces staff workload</a:t>
            </a:r>
          </a:p>
          <a:p>
            <a:pPr>
              <a:lnSpc>
                <a:spcPct val="150000"/>
              </a:lnSpc>
            </a:pPr>
            <a:r>
              <a:rPr sz="2800" dirty="0"/>
              <a:t>Organized tracking</a:t>
            </a:r>
          </a:p>
          <a:p>
            <a:pPr>
              <a:lnSpc>
                <a:spcPct val="150000"/>
              </a:lnSpc>
            </a:pPr>
            <a:r>
              <a:rPr sz="2800" dirty="0"/>
              <a:t>Improves student time management</a:t>
            </a:r>
          </a:p>
          <a:p>
            <a:pPr>
              <a:lnSpc>
                <a:spcPct val="150000"/>
              </a:lnSpc>
            </a:pPr>
            <a:r>
              <a:rPr sz="2800" dirty="0"/>
              <a:t>Centralized communication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ree Professional Background PowerPoint Template">
            <a:extLst>
              <a:ext uri="{FF2B5EF4-FFF2-40B4-BE49-F238E27FC236}">
                <a16:creationId xmlns:a16="http://schemas.microsoft.com/office/drawing/2014/main" id="{2DBB9F6A-3A5D-368D-DC49-9569592648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57200" y="2857499"/>
            <a:ext cx="8229600" cy="1143000"/>
          </a:xfrm>
        </p:spPr>
        <p:txBody>
          <a:bodyPr/>
          <a:lstStyle/>
          <a:p>
            <a:r>
              <a:rPr i="1" dirty="0"/>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110</TotalTime>
  <Words>632</Words>
  <Application>Microsoft Office PowerPoint</Application>
  <PresentationFormat>On-screen Show (4:3)</PresentationFormat>
  <Paragraphs>66</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Introduction</vt:lpstr>
      <vt:lpstr>Problem Statement</vt:lpstr>
      <vt:lpstr>PowerPoint Presentation</vt:lpstr>
      <vt:lpstr>Existing System</vt:lpstr>
      <vt:lpstr>Proposed System</vt:lpstr>
      <vt:lpstr>Key Features (Novelty)</vt:lpstr>
      <vt:lpstr>Workflow</vt:lpstr>
      <vt:lpstr>System Architecture</vt:lpstr>
      <vt:lpstr>PowerPoint Presentation</vt:lpstr>
      <vt:lpstr>Advantages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ponnarasi</dc:creator>
  <cp:keywords/>
  <dc:description>generated using python-pptx</dc:description>
  <cp:lastModifiedBy>Ponn arasi</cp:lastModifiedBy>
  <cp:revision>2</cp:revision>
  <dcterms:created xsi:type="dcterms:W3CDTF">2013-01-27T09:14:16Z</dcterms:created>
  <dcterms:modified xsi:type="dcterms:W3CDTF">2026-03-27T14:18:38Z</dcterms:modified>
  <cp:category/>
</cp:coreProperties>
</file>